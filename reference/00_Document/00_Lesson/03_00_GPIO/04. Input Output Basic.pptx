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9"/>
  </p:notesMasterIdLst>
  <p:handoutMasterIdLst>
    <p:handoutMasterId r:id="rId40"/>
  </p:handoutMasterIdLst>
  <p:sldIdLst>
    <p:sldId id="346" r:id="rId5"/>
    <p:sldId id="385" r:id="rId6"/>
    <p:sldId id="344" r:id="rId7"/>
    <p:sldId id="347" r:id="rId8"/>
    <p:sldId id="386" r:id="rId9"/>
    <p:sldId id="354" r:id="rId10"/>
    <p:sldId id="387" r:id="rId11"/>
    <p:sldId id="355" r:id="rId12"/>
    <p:sldId id="359" r:id="rId13"/>
    <p:sldId id="360" r:id="rId14"/>
    <p:sldId id="361" r:id="rId15"/>
    <p:sldId id="388" r:id="rId16"/>
    <p:sldId id="363" r:id="rId17"/>
    <p:sldId id="383" r:id="rId18"/>
    <p:sldId id="364" r:id="rId19"/>
    <p:sldId id="365" r:id="rId20"/>
    <p:sldId id="366" r:id="rId21"/>
    <p:sldId id="367" r:id="rId22"/>
    <p:sldId id="369" r:id="rId23"/>
    <p:sldId id="370" r:id="rId24"/>
    <p:sldId id="371" r:id="rId25"/>
    <p:sldId id="373" r:id="rId26"/>
    <p:sldId id="372" r:id="rId27"/>
    <p:sldId id="374" r:id="rId28"/>
    <p:sldId id="375" r:id="rId29"/>
    <p:sldId id="376" r:id="rId30"/>
    <p:sldId id="377" r:id="rId31"/>
    <p:sldId id="378" r:id="rId32"/>
    <p:sldId id="379" r:id="rId33"/>
    <p:sldId id="380" r:id="rId34"/>
    <p:sldId id="381" r:id="rId35"/>
    <p:sldId id="382" r:id="rId36"/>
    <p:sldId id="351" r:id="rId37"/>
    <p:sldId id="352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0: Introduction" id="{0054AB79-58D5-4434-9F5D-F19401D2BC9E}">
          <p14:sldIdLst>
            <p14:sldId id="346"/>
            <p14:sldId id="385"/>
            <p14:sldId id="344"/>
          </p14:sldIdLst>
        </p14:section>
        <p14:section name="Section 1: GPIO Overview" id="{49344348-92A9-45E0-9335-6008686284A8}">
          <p14:sldIdLst>
            <p14:sldId id="347"/>
            <p14:sldId id="386"/>
            <p14:sldId id="354"/>
            <p14:sldId id="387"/>
            <p14:sldId id="355"/>
            <p14:sldId id="359"/>
            <p14:sldId id="360"/>
            <p14:sldId id="361"/>
            <p14:sldId id="388"/>
            <p14:sldId id="363"/>
          </p14:sldIdLst>
        </p14:section>
        <p14:section name="Section 2 - Types of GPIO" id="{B58DC509-E07A-4E89-A9B9-D548579683F9}">
          <p14:sldIdLst>
            <p14:sldId id="383"/>
            <p14:sldId id="364"/>
            <p14:sldId id="365"/>
            <p14:sldId id="366"/>
            <p14:sldId id="367"/>
            <p14:sldId id="369"/>
            <p14:sldId id="370"/>
            <p14:sldId id="371"/>
            <p14:sldId id="373"/>
            <p14:sldId id="372"/>
            <p14:sldId id="374"/>
            <p14:sldId id="375"/>
            <p14:sldId id="376"/>
            <p14:sldId id="377"/>
            <p14:sldId id="378"/>
            <p14:sldId id="379"/>
            <p14:sldId id="380"/>
            <p14:sldId id="381"/>
            <p14:sldId id="382"/>
            <p14:sldId id="351"/>
            <p14:sldId id="35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63AA"/>
    <a:srgbClr val="76BE43"/>
    <a:srgbClr val="FFFFFF"/>
    <a:srgbClr val="E7C45F"/>
    <a:srgbClr val="CD3331"/>
    <a:srgbClr val="CCCCCC"/>
    <a:srgbClr val="356154"/>
    <a:srgbClr val="0098CA"/>
    <a:srgbClr val="8EA7C3"/>
    <a:srgbClr val="74D8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949358-7F90-52D1-009C-1DFCB615B5A1}" v="1" dt="2026-09-08T04:09:16.0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3979" autoAdjust="0"/>
  </p:normalViewPr>
  <p:slideViewPr>
    <p:cSldViewPr snapToGrid="0">
      <p:cViewPr varScale="1">
        <p:scale>
          <a:sx n="112" d="100"/>
          <a:sy n="112" d="100"/>
        </p:scale>
        <p:origin x="492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49" d="100"/>
          <a:sy n="49" d="100"/>
        </p:scale>
        <p:origin x="2988" y="6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handoutMaster" Target="handoutMasters/handoutMaster1.xml"/><Relationship Id="rId45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microsoft.com/office/2015/10/relationships/revisionInfo" Target="revisionInfo.xml"/><Relationship Id="rId20" Type="http://schemas.openxmlformats.org/officeDocument/2006/relationships/slide" Target="slides/slide16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in Hoang Trung" userId="S::tinht8@fpt.com::5b2575c3-1111-4ed7-99e9-1dbcb15ec91c" providerId="AD" clId="Web-{45949358-7F90-52D1-009C-1DFCB615B5A1}"/>
    <pc:docChg chg="sldOrd">
      <pc:chgData name="Tin Hoang Trung" userId="S::tinht8@fpt.com::5b2575c3-1111-4ed7-99e9-1dbcb15ec91c" providerId="AD" clId="Web-{45949358-7F90-52D1-009C-1DFCB615B5A1}" dt="2026-09-08T04:09:16.078" v="0"/>
      <pc:docMkLst>
        <pc:docMk/>
      </pc:docMkLst>
      <pc:sldChg chg="ord">
        <pc:chgData name="Tin Hoang Trung" userId="S::tinht8@fpt.com::5b2575c3-1111-4ed7-99e9-1dbcb15ec91c" providerId="AD" clId="Web-{45949358-7F90-52D1-009C-1DFCB615B5A1}" dt="2026-09-08T04:09:16.078" v="0"/>
        <pc:sldMkLst>
          <pc:docMk/>
          <pc:sldMk cId="3576096993" sldId="361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5DA25D7-3698-4762-BD91-F378A3DEB95F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3" csCatId="accent1" phldr="1"/>
      <dgm:spPr/>
      <dgm:t>
        <a:bodyPr/>
        <a:lstStyle/>
        <a:p>
          <a:endParaRPr lang="en-US"/>
        </a:p>
      </dgm:t>
    </dgm:pt>
    <dgm:pt modelId="{5CDBE5E3-0F5F-49CB-A592-ED6EDF51BB1B}">
      <dgm:prSet phldrT="[Text]" custT="1"/>
      <dgm:spPr/>
      <dgm:t>
        <a:bodyPr/>
        <a:lstStyle/>
        <a:p>
          <a:r>
            <a:rPr lang="en-US" sz="2400" dirty="0">
              <a:latin typeface="Arial" panose="020B0604020202020204" pitchFamily="34" charset="0"/>
              <a:cs typeface="Arial" panose="020B0604020202020204" pitchFamily="34" charset="0"/>
            </a:rPr>
            <a:t>GPIO Overview</a:t>
          </a:r>
        </a:p>
      </dgm:t>
    </dgm:pt>
    <dgm:pt modelId="{7CEACE62-5465-4A97-BB0F-52BDBCFDE0E5}" type="parTrans" cxnId="{23349554-3A8C-40FB-A345-B8E2F88372B3}">
      <dgm:prSet/>
      <dgm:spPr/>
      <dgm:t>
        <a:bodyPr/>
        <a:lstStyle/>
        <a:p>
          <a:endParaRPr lang="en-US" sz="1600"/>
        </a:p>
      </dgm:t>
    </dgm:pt>
    <dgm:pt modelId="{EEFC8B0A-3372-4299-B8E8-7FA30811A73C}" type="sibTrans" cxnId="{23349554-3A8C-40FB-A345-B8E2F88372B3}">
      <dgm:prSet/>
      <dgm:spPr/>
      <dgm:t>
        <a:bodyPr/>
        <a:lstStyle/>
        <a:p>
          <a:endParaRPr lang="en-US" sz="1600"/>
        </a:p>
      </dgm:t>
    </dgm:pt>
    <dgm:pt modelId="{341C4A6C-6CAD-42FB-8D6B-3E8E7DEE54F5}">
      <dgm:prSet phldrT="[Text]" custT="1"/>
      <dgm:spPr/>
      <dgm:t>
        <a:bodyPr/>
        <a:lstStyle/>
        <a:p>
          <a:r>
            <a:rPr lang="en-US" sz="2400" dirty="0">
              <a:latin typeface="Arial" panose="020B0604020202020204" pitchFamily="34" charset="0"/>
              <a:cs typeface="Arial" panose="020B0604020202020204" pitchFamily="34" charset="0"/>
            </a:rPr>
            <a:t>Types of GPIO</a:t>
          </a:r>
        </a:p>
      </dgm:t>
    </dgm:pt>
    <dgm:pt modelId="{2CE2A8E6-E434-4FB0-ACB2-BB6AA90599D8}" type="parTrans" cxnId="{C0CEE6D9-205D-4620-9820-EBC014DC227E}">
      <dgm:prSet/>
      <dgm:spPr/>
      <dgm:t>
        <a:bodyPr/>
        <a:lstStyle/>
        <a:p>
          <a:endParaRPr lang="en-US" sz="1600"/>
        </a:p>
      </dgm:t>
    </dgm:pt>
    <dgm:pt modelId="{66CD6F22-059A-4402-9C4B-86AE0E375D1B}" type="sibTrans" cxnId="{C0CEE6D9-205D-4620-9820-EBC014DC227E}">
      <dgm:prSet/>
      <dgm:spPr/>
      <dgm:t>
        <a:bodyPr/>
        <a:lstStyle/>
        <a:p>
          <a:endParaRPr lang="en-US" sz="1600"/>
        </a:p>
      </dgm:t>
    </dgm:pt>
    <dgm:pt modelId="{3FA39832-4EE6-4B03-80CD-9C2B8EC1F81E}">
      <dgm:prSet phldr="0" custT="1"/>
      <dgm:spPr/>
      <dgm:t>
        <a:bodyPr/>
        <a:lstStyle/>
        <a:p>
          <a:pPr rtl="0"/>
          <a:r>
            <a:rPr lang="en-US" sz="2400" dirty="0">
              <a:latin typeface="Arial"/>
              <a:cs typeface="Arial"/>
            </a:rPr>
            <a:t>Lesson Summary</a:t>
          </a:r>
        </a:p>
      </dgm:t>
    </dgm:pt>
    <dgm:pt modelId="{E2FAD346-8D42-41B4-8102-7474154CEB33}" type="parTrans" cxnId="{B102A4C3-9CB7-4C8C-9435-0B0AF065CB07}">
      <dgm:prSet/>
      <dgm:spPr/>
      <dgm:t>
        <a:bodyPr/>
        <a:lstStyle/>
        <a:p>
          <a:endParaRPr lang="en-US"/>
        </a:p>
      </dgm:t>
    </dgm:pt>
    <dgm:pt modelId="{2B8F2371-F3DF-4FDE-82C1-A95917C2640A}" type="sibTrans" cxnId="{B102A4C3-9CB7-4C8C-9435-0B0AF065CB07}">
      <dgm:prSet/>
      <dgm:spPr/>
      <dgm:t>
        <a:bodyPr/>
        <a:lstStyle/>
        <a:p>
          <a:endParaRPr lang="en-US"/>
        </a:p>
      </dgm:t>
    </dgm:pt>
    <dgm:pt modelId="{47221A59-E28A-49D3-8F86-F4ED4559DF86}" type="pres">
      <dgm:prSet presAssocID="{35DA25D7-3698-4762-BD91-F378A3DEB95F}" presName="Name0" presStyleCnt="0">
        <dgm:presLayoutVars>
          <dgm:chMax val="7"/>
          <dgm:chPref val="7"/>
          <dgm:dir/>
        </dgm:presLayoutVars>
      </dgm:prSet>
      <dgm:spPr/>
    </dgm:pt>
    <dgm:pt modelId="{39C49BD2-5C1E-4D5E-ACA0-16ACB467F0AC}" type="pres">
      <dgm:prSet presAssocID="{35DA25D7-3698-4762-BD91-F378A3DEB95F}" presName="Name1" presStyleCnt="0"/>
      <dgm:spPr/>
    </dgm:pt>
    <dgm:pt modelId="{B49514C2-A0F2-4E7E-844D-6EB6FA7826DD}" type="pres">
      <dgm:prSet presAssocID="{35DA25D7-3698-4762-BD91-F378A3DEB95F}" presName="cycle" presStyleCnt="0"/>
      <dgm:spPr/>
    </dgm:pt>
    <dgm:pt modelId="{231909D7-9FD5-476C-A6D3-F96C8DA9F626}" type="pres">
      <dgm:prSet presAssocID="{35DA25D7-3698-4762-BD91-F378A3DEB95F}" presName="srcNode" presStyleLbl="node1" presStyleIdx="0" presStyleCnt="3"/>
      <dgm:spPr/>
    </dgm:pt>
    <dgm:pt modelId="{E026FC49-5031-46DE-AC8B-1EA3F6AE0DB4}" type="pres">
      <dgm:prSet presAssocID="{35DA25D7-3698-4762-BD91-F378A3DEB95F}" presName="conn" presStyleLbl="parChTrans1D2" presStyleIdx="0" presStyleCnt="1"/>
      <dgm:spPr/>
    </dgm:pt>
    <dgm:pt modelId="{DFD6EE07-780B-4315-A48A-B3AA59F7E359}" type="pres">
      <dgm:prSet presAssocID="{35DA25D7-3698-4762-BD91-F378A3DEB95F}" presName="extraNode" presStyleLbl="node1" presStyleIdx="0" presStyleCnt="3"/>
      <dgm:spPr/>
    </dgm:pt>
    <dgm:pt modelId="{96445A6E-BD8B-49C6-94C4-0C917F7D018D}" type="pres">
      <dgm:prSet presAssocID="{35DA25D7-3698-4762-BD91-F378A3DEB95F}" presName="dstNode" presStyleLbl="node1" presStyleIdx="0" presStyleCnt="3"/>
      <dgm:spPr/>
    </dgm:pt>
    <dgm:pt modelId="{4AE81EFD-468D-4F78-B777-DADF15848034}" type="pres">
      <dgm:prSet presAssocID="{5CDBE5E3-0F5F-49CB-A592-ED6EDF51BB1B}" presName="text_1" presStyleLbl="node1" presStyleIdx="0" presStyleCnt="3" custScaleY="125893">
        <dgm:presLayoutVars>
          <dgm:bulletEnabled val="1"/>
        </dgm:presLayoutVars>
      </dgm:prSet>
      <dgm:spPr/>
    </dgm:pt>
    <dgm:pt modelId="{14935535-F7F8-4685-9F89-9A258C5B5BBD}" type="pres">
      <dgm:prSet presAssocID="{5CDBE5E3-0F5F-49CB-A592-ED6EDF51BB1B}" presName="accent_1" presStyleCnt="0"/>
      <dgm:spPr/>
    </dgm:pt>
    <dgm:pt modelId="{C7C52327-D1CB-4073-8886-4E5268D0B9CE}" type="pres">
      <dgm:prSet presAssocID="{5CDBE5E3-0F5F-49CB-A592-ED6EDF51BB1B}" presName="accentRepeatNode" presStyleLbl="solidFgAcc1" presStyleIdx="0" presStyleCnt="3"/>
      <dgm:spPr/>
    </dgm:pt>
    <dgm:pt modelId="{E80C8357-D046-481C-AE96-1740D5E54B3D}" type="pres">
      <dgm:prSet presAssocID="{341C4A6C-6CAD-42FB-8D6B-3E8E7DEE54F5}" presName="text_2" presStyleLbl="node1" presStyleIdx="1" presStyleCnt="3" custScaleY="125893">
        <dgm:presLayoutVars>
          <dgm:bulletEnabled val="1"/>
        </dgm:presLayoutVars>
      </dgm:prSet>
      <dgm:spPr/>
    </dgm:pt>
    <dgm:pt modelId="{FB49CDE7-E810-4C9A-8856-EF8303BE43E6}" type="pres">
      <dgm:prSet presAssocID="{341C4A6C-6CAD-42FB-8D6B-3E8E7DEE54F5}" presName="accent_2" presStyleCnt="0"/>
      <dgm:spPr/>
    </dgm:pt>
    <dgm:pt modelId="{094BE3B4-9BA8-4DE3-AEA6-EF0A1E696886}" type="pres">
      <dgm:prSet presAssocID="{341C4A6C-6CAD-42FB-8D6B-3E8E7DEE54F5}" presName="accentRepeatNode" presStyleLbl="solidFgAcc1" presStyleIdx="1" presStyleCnt="3"/>
      <dgm:spPr/>
    </dgm:pt>
    <dgm:pt modelId="{523EBB30-AA85-4BE3-B078-782BCB2F66C6}" type="pres">
      <dgm:prSet presAssocID="{3FA39832-4EE6-4B03-80CD-9C2B8EC1F81E}" presName="text_3" presStyleLbl="node1" presStyleIdx="2" presStyleCnt="3">
        <dgm:presLayoutVars>
          <dgm:bulletEnabled val="1"/>
        </dgm:presLayoutVars>
      </dgm:prSet>
      <dgm:spPr/>
    </dgm:pt>
    <dgm:pt modelId="{C25C3FE1-AF70-49BC-8A21-0A0FD2BA2FA8}" type="pres">
      <dgm:prSet presAssocID="{3FA39832-4EE6-4B03-80CD-9C2B8EC1F81E}" presName="accent_3" presStyleCnt="0"/>
      <dgm:spPr/>
    </dgm:pt>
    <dgm:pt modelId="{3BA6E330-88B7-4915-87B2-C233C4AD2980}" type="pres">
      <dgm:prSet presAssocID="{3FA39832-4EE6-4B03-80CD-9C2B8EC1F81E}" presName="accentRepeatNode" presStyleLbl="solidFgAcc1" presStyleIdx="2" presStyleCnt="3"/>
      <dgm:spPr/>
    </dgm:pt>
  </dgm:ptLst>
  <dgm:cxnLst>
    <dgm:cxn modelId="{06CAA911-6A12-4A9C-86CE-AC7A5113D615}" type="presOf" srcId="{EEFC8B0A-3372-4299-B8E8-7FA30811A73C}" destId="{E026FC49-5031-46DE-AC8B-1EA3F6AE0DB4}" srcOrd="0" destOrd="0" presId="urn:microsoft.com/office/officeart/2008/layout/VerticalCurvedList"/>
    <dgm:cxn modelId="{FF64E652-6E32-4F57-B6EC-68B53CF98E21}" type="presOf" srcId="{3FA39832-4EE6-4B03-80CD-9C2B8EC1F81E}" destId="{523EBB30-AA85-4BE3-B078-782BCB2F66C6}" srcOrd="0" destOrd="0" presId="urn:microsoft.com/office/officeart/2008/layout/VerticalCurvedList"/>
    <dgm:cxn modelId="{23349554-3A8C-40FB-A345-B8E2F88372B3}" srcId="{35DA25D7-3698-4762-BD91-F378A3DEB95F}" destId="{5CDBE5E3-0F5F-49CB-A592-ED6EDF51BB1B}" srcOrd="0" destOrd="0" parTransId="{7CEACE62-5465-4A97-BB0F-52BDBCFDE0E5}" sibTransId="{EEFC8B0A-3372-4299-B8E8-7FA30811A73C}"/>
    <dgm:cxn modelId="{0538F481-02BD-4DF2-8F15-5BB9256B8A4B}" type="presOf" srcId="{5CDBE5E3-0F5F-49CB-A592-ED6EDF51BB1B}" destId="{4AE81EFD-468D-4F78-B777-DADF15848034}" srcOrd="0" destOrd="0" presId="urn:microsoft.com/office/officeart/2008/layout/VerticalCurvedList"/>
    <dgm:cxn modelId="{B102A4C3-9CB7-4C8C-9435-0B0AF065CB07}" srcId="{35DA25D7-3698-4762-BD91-F378A3DEB95F}" destId="{3FA39832-4EE6-4B03-80CD-9C2B8EC1F81E}" srcOrd="2" destOrd="0" parTransId="{E2FAD346-8D42-41B4-8102-7474154CEB33}" sibTransId="{2B8F2371-F3DF-4FDE-82C1-A95917C2640A}"/>
    <dgm:cxn modelId="{A017E1D7-813C-4168-B707-3554F92A6A86}" type="presOf" srcId="{35DA25D7-3698-4762-BD91-F378A3DEB95F}" destId="{47221A59-E28A-49D3-8F86-F4ED4559DF86}" srcOrd="0" destOrd="0" presId="urn:microsoft.com/office/officeart/2008/layout/VerticalCurvedList"/>
    <dgm:cxn modelId="{C0CEE6D9-205D-4620-9820-EBC014DC227E}" srcId="{35DA25D7-3698-4762-BD91-F378A3DEB95F}" destId="{341C4A6C-6CAD-42FB-8D6B-3E8E7DEE54F5}" srcOrd="1" destOrd="0" parTransId="{2CE2A8E6-E434-4FB0-ACB2-BB6AA90599D8}" sibTransId="{66CD6F22-059A-4402-9C4B-86AE0E375D1B}"/>
    <dgm:cxn modelId="{82F786DD-EA52-459C-9B9A-571E7EF18C11}" type="presOf" srcId="{341C4A6C-6CAD-42FB-8D6B-3E8E7DEE54F5}" destId="{E80C8357-D046-481C-AE96-1740D5E54B3D}" srcOrd="0" destOrd="0" presId="urn:microsoft.com/office/officeart/2008/layout/VerticalCurvedList"/>
    <dgm:cxn modelId="{A32AC8D0-03B7-4729-ABC1-BD2E407338CF}" type="presParOf" srcId="{47221A59-E28A-49D3-8F86-F4ED4559DF86}" destId="{39C49BD2-5C1E-4D5E-ACA0-16ACB467F0AC}" srcOrd="0" destOrd="0" presId="urn:microsoft.com/office/officeart/2008/layout/VerticalCurvedList"/>
    <dgm:cxn modelId="{EABE98A3-2259-46EE-9D45-FB76F37656A1}" type="presParOf" srcId="{39C49BD2-5C1E-4D5E-ACA0-16ACB467F0AC}" destId="{B49514C2-A0F2-4E7E-844D-6EB6FA7826DD}" srcOrd="0" destOrd="0" presId="urn:microsoft.com/office/officeart/2008/layout/VerticalCurvedList"/>
    <dgm:cxn modelId="{08659C17-F592-4A4A-A130-023E548DB5CB}" type="presParOf" srcId="{B49514C2-A0F2-4E7E-844D-6EB6FA7826DD}" destId="{231909D7-9FD5-476C-A6D3-F96C8DA9F626}" srcOrd="0" destOrd="0" presId="urn:microsoft.com/office/officeart/2008/layout/VerticalCurvedList"/>
    <dgm:cxn modelId="{26CFFFE9-30F7-4622-9A15-C047A668176F}" type="presParOf" srcId="{B49514C2-A0F2-4E7E-844D-6EB6FA7826DD}" destId="{E026FC49-5031-46DE-AC8B-1EA3F6AE0DB4}" srcOrd="1" destOrd="0" presId="urn:microsoft.com/office/officeart/2008/layout/VerticalCurvedList"/>
    <dgm:cxn modelId="{3690AE9E-3EFE-46BB-87FC-9B6FACB0580E}" type="presParOf" srcId="{B49514C2-A0F2-4E7E-844D-6EB6FA7826DD}" destId="{DFD6EE07-780B-4315-A48A-B3AA59F7E359}" srcOrd="2" destOrd="0" presId="urn:microsoft.com/office/officeart/2008/layout/VerticalCurvedList"/>
    <dgm:cxn modelId="{9C9E347F-5EA7-40E9-A0D3-097C7EC7ABA2}" type="presParOf" srcId="{B49514C2-A0F2-4E7E-844D-6EB6FA7826DD}" destId="{96445A6E-BD8B-49C6-94C4-0C917F7D018D}" srcOrd="3" destOrd="0" presId="urn:microsoft.com/office/officeart/2008/layout/VerticalCurvedList"/>
    <dgm:cxn modelId="{77AB5802-B7F7-4DD3-9F39-7B2F6453CC6F}" type="presParOf" srcId="{39C49BD2-5C1E-4D5E-ACA0-16ACB467F0AC}" destId="{4AE81EFD-468D-4F78-B777-DADF15848034}" srcOrd="1" destOrd="0" presId="urn:microsoft.com/office/officeart/2008/layout/VerticalCurvedList"/>
    <dgm:cxn modelId="{C526D1FC-6198-4876-89C8-99092359EA48}" type="presParOf" srcId="{39C49BD2-5C1E-4D5E-ACA0-16ACB467F0AC}" destId="{14935535-F7F8-4685-9F89-9A258C5B5BBD}" srcOrd="2" destOrd="0" presId="urn:microsoft.com/office/officeart/2008/layout/VerticalCurvedList"/>
    <dgm:cxn modelId="{368D707C-0A6F-473C-AA76-AB69055C0470}" type="presParOf" srcId="{14935535-F7F8-4685-9F89-9A258C5B5BBD}" destId="{C7C52327-D1CB-4073-8886-4E5268D0B9CE}" srcOrd="0" destOrd="0" presId="urn:microsoft.com/office/officeart/2008/layout/VerticalCurvedList"/>
    <dgm:cxn modelId="{4B7CC75D-5A99-4AA5-87B5-B059B84B8238}" type="presParOf" srcId="{39C49BD2-5C1E-4D5E-ACA0-16ACB467F0AC}" destId="{E80C8357-D046-481C-AE96-1740D5E54B3D}" srcOrd="3" destOrd="0" presId="urn:microsoft.com/office/officeart/2008/layout/VerticalCurvedList"/>
    <dgm:cxn modelId="{9D2DE59A-3EA0-4EE2-8CDA-3F52B58A958D}" type="presParOf" srcId="{39C49BD2-5C1E-4D5E-ACA0-16ACB467F0AC}" destId="{FB49CDE7-E810-4C9A-8856-EF8303BE43E6}" srcOrd="4" destOrd="0" presId="urn:microsoft.com/office/officeart/2008/layout/VerticalCurvedList"/>
    <dgm:cxn modelId="{71C0AAFD-EA03-4E5F-9BE7-640DBA868763}" type="presParOf" srcId="{FB49CDE7-E810-4C9A-8856-EF8303BE43E6}" destId="{094BE3B4-9BA8-4DE3-AEA6-EF0A1E696886}" srcOrd="0" destOrd="0" presId="urn:microsoft.com/office/officeart/2008/layout/VerticalCurvedList"/>
    <dgm:cxn modelId="{20944CB0-0D34-4ED3-A6C0-7ACBED57D272}" type="presParOf" srcId="{39C49BD2-5C1E-4D5E-ACA0-16ACB467F0AC}" destId="{523EBB30-AA85-4BE3-B078-782BCB2F66C6}" srcOrd="5" destOrd="0" presId="urn:microsoft.com/office/officeart/2008/layout/VerticalCurvedList"/>
    <dgm:cxn modelId="{22AE8EAC-A960-48F9-9A45-E31BE726C601}" type="presParOf" srcId="{39C49BD2-5C1E-4D5E-ACA0-16ACB467F0AC}" destId="{C25C3FE1-AF70-49BC-8A21-0A0FD2BA2FA8}" srcOrd="6" destOrd="0" presId="urn:microsoft.com/office/officeart/2008/layout/VerticalCurvedList"/>
    <dgm:cxn modelId="{8A1BE6BE-5C08-4A04-9979-193E59A34D84}" type="presParOf" srcId="{C25C3FE1-AF70-49BC-8A21-0A0FD2BA2FA8}" destId="{3BA6E330-88B7-4915-87B2-C233C4AD2980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8082851-3B6B-493A-99D2-DCB7A1EEF87F}" type="doc">
      <dgm:prSet loTypeId="urn:microsoft.com/office/officeart/2011/layout/TabList" loCatId="list" qsTypeId="urn:microsoft.com/office/officeart/2005/8/quickstyle/simple1" qsCatId="simple" csTypeId="urn:microsoft.com/office/officeart/2005/8/colors/accent1_5" csCatId="accent1" phldr="1"/>
      <dgm:spPr/>
      <dgm:t>
        <a:bodyPr/>
        <a:lstStyle/>
        <a:p>
          <a:endParaRPr lang="en-US"/>
        </a:p>
      </dgm:t>
    </dgm:pt>
    <dgm:pt modelId="{F91D80C6-F040-4E9D-9F63-2E76A8C346A6}">
      <dgm:prSet phldrT="[Text]" custT="1"/>
      <dgm:spPr/>
      <dgm:t>
        <a:bodyPr/>
        <a:lstStyle/>
        <a:p>
          <a:r>
            <a:rPr lang="en-US" sz="2800" dirty="0">
              <a:latin typeface="Arial" panose="020B0604020202020204" pitchFamily="34" charset="0"/>
              <a:cs typeface="Arial" panose="020B0604020202020204" pitchFamily="34" charset="0"/>
            </a:rPr>
            <a:t>1</a:t>
          </a:r>
        </a:p>
      </dgm:t>
    </dgm:pt>
    <dgm:pt modelId="{D00BA6AF-0E07-4464-811B-89B055D7AF05}" type="parTrans" cxnId="{E48B55E7-6B63-435A-9049-D5D12E17B489}">
      <dgm:prSet/>
      <dgm:spPr/>
      <dgm:t>
        <a:bodyPr/>
        <a:lstStyle/>
        <a:p>
          <a:endParaRPr lang="en-US" sz="14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11C294C-F234-4BA8-8D6D-23245EF5D1E2}" type="sibTrans" cxnId="{E48B55E7-6B63-435A-9049-D5D12E17B489}">
      <dgm:prSet/>
      <dgm:spPr/>
      <dgm:t>
        <a:bodyPr/>
        <a:lstStyle/>
        <a:p>
          <a:endParaRPr lang="en-US" sz="14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D791664-2B43-4FFA-AD86-C3AEDFC3487F}">
      <dgm:prSet phldrT="[Text]" custT="1"/>
      <dgm:spPr/>
      <dgm:t>
        <a:bodyPr anchor="ctr"/>
        <a:lstStyle/>
        <a:p>
          <a:r>
            <a:rPr lang="en-US" altLang="en-US" sz="2400" dirty="0">
              <a:latin typeface="Arial" panose="020B0604020202020204" pitchFamily="34" charset="0"/>
              <a:cs typeface="Arial" panose="020B0604020202020204" pitchFamily="34" charset="0"/>
            </a:rPr>
            <a:t>GPIO Module Introduction</a:t>
          </a:r>
          <a:endParaRPr lang="en-US" sz="24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BA02566-D764-4E2C-B04A-7CF2336F5631}" type="parTrans" cxnId="{171E7CB1-10E0-4CA1-A1C0-429C55AA5AA9}">
      <dgm:prSet/>
      <dgm:spPr/>
      <dgm:t>
        <a:bodyPr/>
        <a:lstStyle/>
        <a:p>
          <a:endParaRPr lang="en-US" sz="14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9358662-414E-41F5-8CE4-91B2359F7B1B}" type="sibTrans" cxnId="{171E7CB1-10E0-4CA1-A1C0-429C55AA5AA9}">
      <dgm:prSet/>
      <dgm:spPr/>
      <dgm:t>
        <a:bodyPr/>
        <a:lstStyle/>
        <a:p>
          <a:endParaRPr lang="en-US" sz="14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8F75347-E514-4264-BD11-E83A7CD8D402}">
      <dgm:prSet phldrT="[Text]" custT="1"/>
      <dgm:spPr/>
      <dgm:t>
        <a:bodyPr/>
        <a:lstStyle/>
        <a:p>
          <a:r>
            <a:rPr lang="en-US" sz="2800" dirty="0">
              <a:latin typeface="Arial" panose="020B0604020202020204" pitchFamily="34" charset="0"/>
              <a:cs typeface="Arial" panose="020B0604020202020204" pitchFamily="34" charset="0"/>
            </a:rPr>
            <a:t>2</a:t>
          </a:r>
        </a:p>
      </dgm:t>
    </dgm:pt>
    <dgm:pt modelId="{DBF71B90-E081-4FD7-BF51-4B000AD84CFF}" type="parTrans" cxnId="{58D95D68-6300-4236-8D41-0E4494B22152}">
      <dgm:prSet/>
      <dgm:spPr/>
      <dgm:t>
        <a:bodyPr/>
        <a:lstStyle/>
        <a:p>
          <a:endParaRPr lang="en-US" sz="14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2C60F52-735E-4F2D-850A-AD9D02C28AEB}" type="sibTrans" cxnId="{58D95D68-6300-4236-8D41-0E4494B22152}">
      <dgm:prSet/>
      <dgm:spPr/>
      <dgm:t>
        <a:bodyPr/>
        <a:lstStyle/>
        <a:p>
          <a:endParaRPr lang="en-US" sz="14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0357B3B-4839-4EA8-A887-CD4C1C7FD85C}">
      <dgm:prSet phldrT="[Text]" custT="1"/>
      <dgm:spPr/>
      <dgm:t>
        <a:bodyPr anchor="ctr"/>
        <a:lstStyle/>
        <a:p>
          <a:r>
            <a:rPr lang="en-US" altLang="en-US" sz="2400" dirty="0">
              <a:latin typeface="Arial" panose="020B0604020202020204" pitchFamily="34" charset="0"/>
              <a:cs typeface="Arial" panose="020B0604020202020204" pitchFamily="34" charset="0"/>
            </a:rPr>
            <a:t>Knowledge of C required to use GPIO</a:t>
          </a:r>
          <a:endParaRPr lang="en-US" sz="24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08B3983-B347-4588-B5C4-685AD586AAE3}" type="parTrans" cxnId="{332CBC1A-8FD0-4CA9-99B4-22F31DE5553F}">
      <dgm:prSet/>
      <dgm:spPr/>
      <dgm:t>
        <a:bodyPr/>
        <a:lstStyle/>
        <a:p>
          <a:endParaRPr lang="en-US" sz="14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31BD690-03B8-43F2-A60B-823938C06725}" type="sibTrans" cxnId="{332CBC1A-8FD0-4CA9-99B4-22F31DE5553F}">
      <dgm:prSet/>
      <dgm:spPr/>
      <dgm:t>
        <a:bodyPr/>
        <a:lstStyle/>
        <a:p>
          <a:endParaRPr lang="en-US" sz="14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39DB4F0-F7F9-4C80-B75D-7CFE20E84A1B}">
      <dgm:prSet phldrT="[Text]" custT="1"/>
      <dgm:spPr/>
      <dgm:t>
        <a:bodyPr/>
        <a:lstStyle/>
        <a:p>
          <a:r>
            <a:rPr lang="en-US" sz="2800" dirty="0">
              <a:latin typeface="Arial" panose="020B0604020202020204" pitchFamily="34" charset="0"/>
              <a:cs typeface="Arial" panose="020B0604020202020204" pitchFamily="34" charset="0"/>
            </a:rPr>
            <a:t>3</a:t>
          </a:r>
        </a:p>
      </dgm:t>
    </dgm:pt>
    <dgm:pt modelId="{20AD09F8-75E1-4A13-AE6C-5941F5A7A220}" type="parTrans" cxnId="{89DA851E-23F3-4900-BA09-FE79CF463349}">
      <dgm:prSet/>
      <dgm:spPr/>
      <dgm:t>
        <a:bodyPr/>
        <a:lstStyle/>
        <a:p>
          <a:endParaRPr lang="en-US" sz="14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BEE68ED-E6AC-420A-B0AE-44EC43FDCA8E}" type="sibTrans" cxnId="{89DA851E-23F3-4900-BA09-FE79CF463349}">
      <dgm:prSet/>
      <dgm:spPr/>
      <dgm:t>
        <a:bodyPr/>
        <a:lstStyle/>
        <a:p>
          <a:endParaRPr lang="en-US" sz="14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7573DDF-F788-450A-A523-F6B62B5187FF}">
      <dgm:prSet phldrT="[Text]" custT="1"/>
      <dgm:spPr/>
      <dgm:t>
        <a:bodyPr anchor="ctr"/>
        <a:lstStyle/>
        <a:p>
          <a:r>
            <a:rPr lang="en-US" altLang="en-US" sz="2400" dirty="0">
              <a:latin typeface="Arial" panose="020B0604020202020204" pitchFamily="34" charset="0"/>
              <a:cs typeface="Arial" panose="020B0604020202020204" pitchFamily="34" charset="0"/>
            </a:rPr>
            <a:t>Role of clock with GPIO</a:t>
          </a:r>
          <a:endParaRPr lang="en-US" sz="24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E3F3A55-3994-4D45-A5A8-20FB3FDE0FDD}" type="parTrans" cxnId="{93ADA796-94B0-4266-975A-CC01F4FB0833}">
      <dgm:prSet/>
      <dgm:spPr/>
      <dgm:t>
        <a:bodyPr/>
        <a:lstStyle/>
        <a:p>
          <a:endParaRPr lang="en-US" sz="14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3539D89-7B9E-4AA2-A839-115C0783D21A}" type="sibTrans" cxnId="{93ADA796-94B0-4266-975A-CC01F4FB0833}">
      <dgm:prSet/>
      <dgm:spPr/>
      <dgm:t>
        <a:bodyPr/>
        <a:lstStyle/>
        <a:p>
          <a:endParaRPr lang="en-US" sz="14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78058AA-4AB5-4F9F-8AFF-EA104F31F1B2}">
      <dgm:prSet phldrT="[Text]" custT="1"/>
      <dgm:spPr/>
      <dgm:t>
        <a:bodyPr/>
        <a:lstStyle/>
        <a:p>
          <a:r>
            <a:rPr lang="en-US" sz="2800" dirty="0">
              <a:latin typeface="Arial" panose="020B0604020202020204" pitchFamily="34" charset="0"/>
              <a:cs typeface="Arial" panose="020B0604020202020204" pitchFamily="34" charset="0"/>
            </a:rPr>
            <a:t>4</a:t>
          </a:r>
        </a:p>
      </dgm:t>
    </dgm:pt>
    <dgm:pt modelId="{772A2D46-EF31-474F-B288-41FC7C820DBE}" type="parTrans" cxnId="{E59371F9-78E5-431E-A006-26E563CD33EB}">
      <dgm:prSet/>
      <dgm:spPr/>
      <dgm:t>
        <a:bodyPr/>
        <a:lstStyle/>
        <a:p>
          <a:endParaRPr lang="en-US" sz="14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E0C32A7-77C9-4B27-98FB-57653072618D}" type="sibTrans" cxnId="{E59371F9-78E5-431E-A006-26E563CD33EB}">
      <dgm:prSet/>
      <dgm:spPr/>
      <dgm:t>
        <a:bodyPr/>
        <a:lstStyle/>
        <a:p>
          <a:endParaRPr lang="en-US" sz="14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CA75C3D-46F5-4599-9FB4-2F8E99A364D1}">
      <dgm:prSet phldrT="[Text]" custT="1"/>
      <dgm:spPr/>
      <dgm:t>
        <a:bodyPr anchor="ctr"/>
        <a:lstStyle/>
        <a:p>
          <a:r>
            <a:rPr lang="en-US" altLang="en-US" sz="2400" dirty="0">
              <a:latin typeface="Arial" panose="020B0604020202020204" pitchFamily="34" charset="0"/>
              <a:cs typeface="Arial" panose="020B0604020202020204" pitchFamily="34" charset="0"/>
            </a:rPr>
            <a:t>Example demo	</a:t>
          </a:r>
          <a:endParaRPr lang="en-US" sz="24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D9DF88B-140D-43C7-844F-605EF1B2696E}" type="parTrans" cxnId="{250E48BD-D8FC-444F-A415-6306D0B83A95}">
      <dgm:prSet/>
      <dgm:spPr/>
      <dgm:t>
        <a:bodyPr/>
        <a:lstStyle/>
        <a:p>
          <a:endParaRPr lang="en-US" sz="14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7E3949C-D5A1-42B8-BA3B-743E43CB22BE}" type="sibTrans" cxnId="{250E48BD-D8FC-444F-A415-6306D0B83A95}">
      <dgm:prSet/>
      <dgm:spPr/>
      <dgm:t>
        <a:bodyPr/>
        <a:lstStyle/>
        <a:p>
          <a:endParaRPr lang="en-US" sz="14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AA5351D-9702-4FA3-8C47-2AE204C01B04}">
      <dgm:prSet phldrT="[Text]" custT="1"/>
      <dgm:spPr/>
      <dgm:t>
        <a:bodyPr/>
        <a:lstStyle/>
        <a:p>
          <a:r>
            <a:rPr lang="en-US" sz="2800" dirty="0">
              <a:latin typeface="Arial" panose="020B0604020202020204" pitchFamily="34" charset="0"/>
              <a:cs typeface="Arial" panose="020B0604020202020204" pitchFamily="34" charset="0"/>
            </a:rPr>
            <a:t>5</a:t>
          </a:r>
        </a:p>
      </dgm:t>
    </dgm:pt>
    <dgm:pt modelId="{3378C285-C2A2-49DB-99B9-CA40A2C9F38C}" type="parTrans" cxnId="{0C73ECEB-F6E0-4BA4-A7A3-BC14E9BF001A}">
      <dgm:prSet/>
      <dgm:spPr/>
      <dgm:t>
        <a:bodyPr/>
        <a:lstStyle/>
        <a:p>
          <a:endParaRPr lang="en-US" sz="14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B0816C5-81E1-46CA-B9EB-ECFD4CA3161B}" type="sibTrans" cxnId="{0C73ECEB-F6E0-4BA4-A7A3-BC14E9BF001A}">
      <dgm:prSet/>
      <dgm:spPr/>
      <dgm:t>
        <a:bodyPr/>
        <a:lstStyle/>
        <a:p>
          <a:endParaRPr lang="en-US" sz="14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8ECF705-4CAA-4BC9-8726-BAC8112FF561}">
      <dgm:prSet phldrT="[Text]" custT="1"/>
      <dgm:spPr/>
      <dgm:t>
        <a:bodyPr anchor="ctr"/>
        <a:lstStyle/>
        <a:p>
          <a:r>
            <a:rPr lang="en-US" altLang="en-US" sz="2400" dirty="0">
              <a:latin typeface="Arial" panose="020B0604020202020204" pitchFamily="34" charset="0"/>
              <a:cs typeface="Arial" panose="020B0604020202020204" pitchFamily="34" charset="0"/>
            </a:rPr>
            <a:t>Assignment</a:t>
          </a:r>
          <a:endParaRPr lang="en-US" sz="24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158B538-A37B-4CFC-9891-BBCBF1812959}" type="parTrans" cxnId="{4877AD32-CD7C-4CD4-970A-D5156CBC607C}">
      <dgm:prSet/>
      <dgm:spPr/>
      <dgm:t>
        <a:bodyPr/>
        <a:lstStyle/>
        <a:p>
          <a:endParaRPr lang="en-US" sz="14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8436892-D2D5-4263-99F8-E1EFE0ECD47B}" type="sibTrans" cxnId="{4877AD32-CD7C-4CD4-970A-D5156CBC607C}">
      <dgm:prSet/>
      <dgm:spPr/>
      <dgm:t>
        <a:bodyPr/>
        <a:lstStyle/>
        <a:p>
          <a:endParaRPr lang="en-US" sz="14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1ABE526-3594-479D-80C7-897D2DA5E554}" type="pres">
      <dgm:prSet presAssocID="{58082851-3B6B-493A-99D2-DCB7A1EEF87F}" presName="Name0" presStyleCnt="0">
        <dgm:presLayoutVars>
          <dgm:chMax/>
          <dgm:chPref val="3"/>
          <dgm:dir/>
          <dgm:animOne val="branch"/>
          <dgm:animLvl val="lvl"/>
        </dgm:presLayoutVars>
      </dgm:prSet>
      <dgm:spPr/>
    </dgm:pt>
    <dgm:pt modelId="{7933D4B8-7BBF-4818-9C65-457622347C57}" type="pres">
      <dgm:prSet presAssocID="{F91D80C6-F040-4E9D-9F63-2E76A8C346A6}" presName="composite" presStyleCnt="0"/>
      <dgm:spPr/>
    </dgm:pt>
    <dgm:pt modelId="{400BF197-8E62-4DA1-9F1A-21CF62E61FEE}" type="pres">
      <dgm:prSet presAssocID="{F91D80C6-F040-4E9D-9F63-2E76A8C346A6}" presName="FirstChild" presStyleLbl="revTx" presStyleIdx="0" presStyleCnt="5">
        <dgm:presLayoutVars>
          <dgm:chMax val="0"/>
          <dgm:chPref val="0"/>
          <dgm:bulletEnabled val="1"/>
        </dgm:presLayoutVars>
      </dgm:prSet>
      <dgm:spPr/>
    </dgm:pt>
    <dgm:pt modelId="{45EF4999-7284-4A71-9671-E960C16B2093}" type="pres">
      <dgm:prSet presAssocID="{F91D80C6-F040-4E9D-9F63-2E76A8C346A6}" presName="Parent" presStyleLbl="alignNode1" presStyleIdx="0" presStyleCnt="5">
        <dgm:presLayoutVars>
          <dgm:chMax val="3"/>
          <dgm:chPref val="3"/>
          <dgm:bulletEnabled val="1"/>
        </dgm:presLayoutVars>
      </dgm:prSet>
      <dgm:spPr/>
    </dgm:pt>
    <dgm:pt modelId="{093B9059-931F-4A0F-9CDE-7613F837D6FA}" type="pres">
      <dgm:prSet presAssocID="{F91D80C6-F040-4E9D-9F63-2E76A8C346A6}" presName="Accent" presStyleLbl="parChTrans1D1" presStyleIdx="0" presStyleCnt="5"/>
      <dgm:spPr/>
    </dgm:pt>
    <dgm:pt modelId="{5C0F599B-20D4-4C78-A33A-FABEBA32A36A}" type="pres">
      <dgm:prSet presAssocID="{611C294C-F234-4BA8-8D6D-23245EF5D1E2}" presName="sibTrans" presStyleCnt="0"/>
      <dgm:spPr/>
    </dgm:pt>
    <dgm:pt modelId="{051549CE-50C6-4F59-BA26-6BA0C324FABC}" type="pres">
      <dgm:prSet presAssocID="{08F75347-E514-4264-BD11-E83A7CD8D402}" presName="composite" presStyleCnt="0"/>
      <dgm:spPr/>
    </dgm:pt>
    <dgm:pt modelId="{0A2EC75C-849A-4E3A-9925-6830442BD423}" type="pres">
      <dgm:prSet presAssocID="{08F75347-E514-4264-BD11-E83A7CD8D402}" presName="FirstChild" presStyleLbl="revTx" presStyleIdx="1" presStyleCnt="5">
        <dgm:presLayoutVars>
          <dgm:chMax val="0"/>
          <dgm:chPref val="0"/>
          <dgm:bulletEnabled val="1"/>
        </dgm:presLayoutVars>
      </dgm:prSet>
      <dgm:spPr/>
    </dgm:pt>
    <dgm:pt modelId="{8BAD80B2-16DB-4B83-AEE5-1B3CE7853079}" type="pres">
      <dgm:prSet presAssocID="{08F75347-E514-4264-BD11-E83A7CD8D402}" presName="Parent" presStyleLbl="alignNode1" presStyleIdx="1" presStyleCnt="5">
        <dgm:presLayoutVars>
          <dgm:chMax val="3"/>
          <dgm:chPref val="3"/>
          <dgm:bulletEnabled val="1"/>
        </dgm:presLayoutVars>
      </dgm:prSet>
      <dgm:spPr/>
    </dgm:pt>
    <dgm:pt modelId="{4DF1C653-41AA-4B78-8BE3-042EE1BB3D15}" type="pres">
      <dgm:prSet presAssocID="{08F75347-E514-4264-BD11-E83A7CD8D402}" presName="Accent" presStyleLbl="parChTrans1D1" presStyleIdx="1" presStyleCnt="5"/>
      <dgm:spPr/>
    </dgm:pt>
    <dgm:pt modelId="{36178964-E37B-4CC5-B900-1F911752E46D}" type="pres">
      <dgm:prSet presAssocID="{12C60F52-735E-4F2D-850A-AD9D02C28AEB}" presName="sibTrans" presStyleCnt="0"/>
      <dgm:spPr/>
    </dgm:pt>
    <dgm:pt modelId="{EBF7BC2B-A104-47DA-9D41-66D667968D69}" type="pres">
      <dgm:prSet presAssocID="{839DB4F0-F7F9-4C80-B75D-7CFE20E84A1B}" presName="composite" presStyleCnt="0"/>
      <dgm:spPr/>
    </dgm:pt>
    <dgm:pt modelId="{3A6D0B67-3A19-4DDF-AF2B-31F479FB8FDF}" type="pres">
      <dgm:prSet presAssocID="{839DB4F0-F7F9-4C80-B75D-7CFE20E84A1B}" presName="FirstChild" presStyleLbl="revTx" presStyleIdx="2" presStyleCnt="5">
        <dgm:presLayoutVars>
          <dgm:chMax val="0"/>
          <dgm:chPref val="0"/>
          <dgm:bulletEnabled val="1"/>
        </dgm:presLayoutVars>
      </dgm:prSet>
      <dgm:spPr/>
    </dgm:pt>
    <dgm:pt modelId="{837254C8-9D80-4415-ABF4-2BC76ECF09D4}" type="pres">
      <dgm:prSet presAssocID="{839DB4F0-F7F9-4C80-B75D-7CFE20E84A1B}" presName="Parent" presStyleLbl="alignNode1" presStyleIdx="2" presStyleCnt="5">
        <dgm:presLayoutVars>
          <dgm:chMax val="3"/>
          <dgm:chPref val="3"/>
          <dgm:bulletEnabled val="1"/>
        </dgm:presLayoutVars>
      </dgm:prSet>
      <dgm:spPr/>
    </dgm:pt>
    <dgm:pt modelId="{A4EF6E2F-8A29-4D7D-B3DD-5923248DF2C7}" type="pres">
      <dgm:prSet presAssocID="{839DB4F0-F7F9-4C80-B75D-7CFE20E84A1B}" presName="Accent" presStyleLbl="parChTrans1D1" presStyleIdx="2" presStyleCnt="5"/>
      <dgm:spPr/>
    </dgm:pt>
    <dgm:pt modelId="{FB14C4E8-5BC1-4459-B84D-43D3A5513987}" type="pres">
      <dgm:prSet presAssocID="{DBEE68ED-E6AC-420A-B0AE-44EC43FDCA8E}" presName="sibTrans" presStyleCnt="0"/>
      <dgm:spPr/>
    </dgm:pt>
    <dgm:pt modelId="{441BECCC-66BF-44FF-8443-53E3F7B717D7}" type="pres">
      <dgm:prSet presAssocID="{C78058AA-4AB5-4F9F-8AFF-EA104F31F1B2}" presName="composite" presStyleCnt="0"/>
      <dgm:spPr/>
    </dgm:pt>
    <dgm:pt modelId="{31B1F6DB-D021-4343-97EA-72B2E5EFF39B}" type="pres">
      <dgm:prSet presAssocID="{C78058AA-4AB5-4F9F-8AFF-EA104F31F1B2}" presName="FirstChild" presStyleLbl="revTx" presStyleIdx="3" presStyleCnt="5">
        <dgm:presLayoutVars>
          <dgm:chMax val="0"/>
          <dgm:chPref val="0"/>
          <dgm:bulletEnabled val="1"/>
        </dgm:presLayoutVars>
      </dgm:prSet>
      <dgm:spPr/>
    </dgm:pt>
    <dgm:pt modelId="{9DAC3027-CCE4-441E-A7F0-4C2021D749FD}" type="pres">
      <dgm:prSet presAssocID="{C78058AA-4AB5-4F9F-8AFF-EA104F31F1B2}" presName="Parent" presStyleLbl="alignNode1" presStyleIdx="3" presStyleCnt="5">
        <dgm:presLayoutVars>
          <dgm:chMax val="3"/>
          <dgm:chPref val="3"/>
          <dgm:bulletEnabled val="1"/>
        </dgm:presLayoutVars>
      </dgm:prSet>
      <dgm:spPr/>
    </dgm:pt>
    <dgm:pt modelId="{EE1A34D4-D279-4BB0-8AEA-E9D62AC076D9}" type="pres">
      <dgm:prSet presAssocID="{C78058AA-4AB5-4F9F-8AFF-EA104F31F1B2}" presName="Accent" presStyleLbl="parChTrans1D1" presStyleIdx="3" presStyleCnt="5"/>
      <dgm:spPr/>
    </dgm:pt>
    <dgm:pt modelId="{93123607-D9E2-4877-83C2-6A099CD538A5}" type="pres">
      <dgm:prSet presAssocID="{6E0C32A7-77C9-4B27-98FB-57653072618D}" presName="sibTrans" presStyleCnt="0"/>
      <dgm:spPr/>
    </dgm:pt>
    <dgm:pt modelId="{21456640-CCC8-464F-B56D-4AE4E326DDA0}" type="pres">
      <dgm:prSet presAssocID="{4AA5351D-9702-4FA3-8C47-2AE204C01B04}" presName="composite" presStyleCnt="0"/>
      <dgm:spPr/>
    </dgm:pt>
    <dgm:pt modelId="{89DB0EB4-1E1F-462B-AAFC-EEBF144E6D3A}" type="pres">
      <dgm:prSet presAssocID="{4AA5351D-9702-4FA3-8C47-2AE204C01B04}" presName="FirstChild" presStyleLbl="revTx" presStyleIdx="4" presStyleCnt="5">
        <dgm:presLayoutVars>
          <dgm:chMax val="0"/>
          <dgm:chPref val="0"/>
          <dgm:bulletEnabled val="1"/>
        </dgm:presLayoutVars>
      </dgm:prSet>
      <dgm:spPr/>
    </dgm:pt>
    <dgm:pt modelId="{7658399C-7EE0-46DA-91E6-45F4FE9A34A8}" type="pres">
      <dgm:prSet presAssocID="{4AA5351D-9702-4FA3-8C47-2AE204C01B04}" presName="Parent" presStyleLbl="alignNode1" presStyleIdx="4" presStyleCnt="5">
        <dgm:presLayoutVars>
          <dgm:chMax val="3"/>
          <dgm:chPref val="3"/>
          <dgm:bulletEnabled val="1"/>
        </dgm:presLayoutVars>
      </dgm:prSet>
      <dgm:spPr/>
    </dgm:pt>
    <dgm:pt modelId="{B1639A64-EB1E-4467-B4CC-A4CE776E8826}" type="pres">
      <dgm:prSet presAssocID="{4AA5351D-9702-4FA3-8C47-2AE204C01B04}" presName="Accent" presStyleLbl="parChTrans1D1" presStyleIdx="4" presStyleCnt="5"/>
      <dgm:spPr/>
    </dgm:pt>
  </dgm:ptLst>
  <dgm:cxnLst>
    <dgm:cxn modelId="{898F3D01-FAAB-4EC0-ABD4-3B563D695921}" type="presOf" srcId="{1CA75C3D-46F5-4599-9FB4-2F8E99A364D1}" destId="{31B1F6DB-D021-4343-97EA-72B2E5EFF39B}" srcOrd="0" destOrd="0" presId="urn:microsoft.com/office/officeart/2011/layout/TabList"/>
    <dgm:cxn modelId="{EBE0A814-0265-495D-941C-8AA69A8E2C56}" type="presOf" srcId="{58ECF705-4CAA-4BC9-8726-BAC8112FF561}" destId="{89DB0EB4-1E1F-462B-AAFC-EEBF144E6D3A}" srcOrd="0" destOrd="0" presId="urn:microsoft.com/office/officeart/2011/layout/TabList"/>
    <dgm:cxn modelId="{332CBC1A-8FD0-4CA9-99B4-22F31DE5553F}" srcId="{08F75347-E514-4264-BD11-E83A7CD8D402}" destId="{70357B3B-4839-4EA8-A887-CD4C1C7FD85C}" srcOrd="0" destOrd="0" parTransId="{608B3983-B347-4588-B5C4-685AD586AAE3}" sibTransId="{A31BD690-03B8-43F2-A60B-823938C06725}"/>
    <dgm:cxn modelId="{C5A72D1B-8480-464D-BC29-76B8A9433C5F}" type="presOf" srcId="{F91D80C6-F040-4E9D-9F63-2E76A8C346A6}" destId="{45EF4999-7284-4A71-9671-E960C16B2093}" srcOrd="0" destOrd="0" presId="urn:microsoft.com/office/officeart/2011/layout/TabList"/>
    <dgm:cxn modelId="{89DA851E-23F3-4900-BA09-FE79CF463349}" srcId="{58082851-3B6B-493A-99D2-DCB7A1EEF87F}" destId="{839DB4F0-F7F9-4C80-B75D-7CFE20E84A1B}" srcOrd="2" destOrd="0" parTransId="{20AD09F8-75E1-4A13-AE6C-5941F5A7A220}" sibTransId="{DBEE68ED-E6AC-420A-B0AE-44EC43FDCA8E}"/>
    <dgm:cxn modelId="{4877AD32-CD7C-4CD4-970A-D5156CBC607C}" srcId="{4AA5351D-9702-4FA3-8C47-2AE204C01B04}" destId="{58ECF705-4CAA-4BC9-8726-BAC8112FF561}" srcOrd="0" destOrd="0" parTransId="{1158B538-A37B-4CFC-9891-BBCBF1812959}" sibTransId="{78436892-D2D5-4263-99F8-E1EFE0ECD47B}"/>
    <dgm:cxn modelId="{0121A03D-9D8B-4773-8A94-04C074444416}" type="presOf" srcId="{C78058AA-4AB5-4F9F-8AFF-EA104F31F1B2}" destId="{9DAC3027-CCE4-441E-A7F0-4C2021D749FD}" srcOrd="0" destOrd="0" presId="urn:microsoft.com/office/officeart/2011/layout/TabList"/>
    <dgm:cxn modelId="{0946EC3D-9F15-4B85-B046-EAE99852797D}" type="presOf" srcId="{67573DDF-F788-450A-A523-F6B62B5187FF}" destId="{3A6D0B67-3A19-4DDF-AF2B-31F479FB8FDF}" srcOrd="0" destOrd="0" presId="urn:microsoft.com/office/officeart/2011/layout/TabList"/>
    <dgm:cxn modelId="{B581CD62-0689-43D1-8AD1-77457664FEB7}" type="presOf" srcId="{ED791664-2B43-4FFA-AD86-C3AEDFC3487F}" destId="{400BF197-8E62-4DA1-9F1A-21CF62E61FEE}" srcOrd="0" destOrd="0" presId="urn:microsoft.com/office/officeart/2011/layout/TabList"/>
    <dgm:cxn modelId="{58D95D68-6300-4236-8D41-0E4494B22152}" srcId="{58082851-3B6B-493A-99D2-DCB7A1EEF87F}" destId="{08F75347-E514-4264-BD11-E83A7CD8D402}" srcOrd="1" destOrd="0" parTransId="{DBF71B90-E081-4FD7-BF51-4B000AD84CFF}" sibTransId="{12C60F52-735E-4F2D-850A-AD9D02C28AEB}"/>
    <dgm:cxn modelId="{E4C66873-7041-44AD-A1C9-3403E56D500A}" type="presOf" srcId="{08F75347-E514-4264-BD11-E83A7CD8D402}" destId="{8BAD80B2-16DB-4B83-AEE5-1B3CE7853079}" srcOrd="0" destOrd="0" presId="urn:microsoft.com/office/officeart/2011/layout/TabList"/>
    <dgm:cxn modelId="{93ADA796-94B0-4266-975A-CC01F4FB0833}" srcId="{839DB4F0-F7F9-4C80-B75D-7CFE20E84A1B}" destId="{67573DDF-F788-450A-A523-F6B62B5187FF}" srcOrd="0" destOrd="0" parTransId="{CE3F3A55-3994-4D45-A5A8-20FB3FDE0FDD}" sibTransId="{63539D89-7B9E-4AA2-A839-115C0783D21A}"/>
    <dgm:cxn modelId="{171E7CB1-10E0-4CA1-A1C0-429C55AA5AA9}" srcId="{F91D80C6-F040-4E9D-9F63-2E76A8C346A6}" destId="{ED791664-2B43-4FFA-AD86-C3AEDFC3487F}" srcOrd="0" destOrd="0" parTransId="{6BA02566-D764-4E2C-B04A-7CF2336F5631}" sibTransId="{F9358662-414E-41F5-8CE4-91B2359F7B1B}"/>
    <dgm:cxn modelId="{250E48BD-D8FC-444F-A415-6306D0B83A95}" srcId="{C78058AA-4AB5-4F9F-8AFF-EA104F31F1B2}" destId="{1CA75C3D-46F5-4599-9FB4-2F8E99A364D1}" srcOrd="0" destOrd="0" parTransId="{5D9DF88B-140D-43C7-844F-605EF1B2696E}" sibTransId="{37E3949C-D5A1-42B8-BA3B-743E43CB22BE}"/>
    <dgm:cxn modelId="{CC366BDC-5D51-44BC-9CF1-A4573CEA7571}" type="presOf" srcId="{58082851-3B6B-493A-99D2-DCB7A1EEF87F}" destId="{71ABE526-3594-479D-80C7-897D2DA5E554}" srcOrd="0" destOrd="0" presId="urn:microsoft.com/office/officeart/2011/layout/TabList"/>
    <dgm:cxn modelId="{BA126EDD-DDF3-4FEF-9B63-D7E8267BCB91}" type="presOf" srcId="{839DB4F0-F7F9-4C80-B75D-7CFE20E84A1B}" destId="{837254C8-9D80-4415-ABF4-2BC76ECF09D4}" srcOrd="0" destOrd="0" presId="urn:microsoft.com/office/officeart/2011/layout/TabList"/>
    <dgm:cxn modelId="{E59275E2-3881-47ED-AD3A-5F4876EE6179}" type="presOf" srcId="{4AA5351D-9702-4FA3-8C47-2AE204C01B04}" destId="{7658399C-7EE0-46DA-91E6-45F4FE9A34A8}" srcOrd="0" destOrd="0" presId="urn:microsoft.com/office/officeart/2011/layout/TabList"/>
    <dgm:cxn modelId="{E48B55E7-6B63-435A-9049-D5D12E17B489}" srcId="{58082851-3B6B-493A-99D2-DCB7A1EEF87F}" destId="{F91D80C6-F040-4E9D-9F63-2E76A8C346A6}" srcOrd="0" destOrd="0" parTransId="{D00BA6AF-0E07-4464-811B-89B055D7AF05}" sibTransId="{611C294C-F234-4BA8-8D6D-23245EF5D1E2}"/>
    <dgm:cxn modelId="{0C73ECEB-F6E0-4BA4-A7A3-BC14E9BF001A}" srcId="{58082851-3B6B-493A-99D2-DCB7A1EEF87F}" destId="{4AA5351D-9702-4FA3-8C47-2AE204C01B04}" srcOrd="4" destOrd="0" parTransId="{3378C285-C2A2-49DB-99B9-CA40A2C9F38C}" sibTransId="{DB0816C5-81E1-46CA-B9EB-ECFD4CA3161B}"/>
    <dgm:cxn modelId="{E59371F9-78E5-431E-A006-26E563CD33EB}" srcId="{58082851-3B6B-493A-99D2-DCB7A1EEF87F}" destId="{C78058AA-4AB5-4F9F-8AFF-EA104F31F1B2}" srcOrd="3" destOrd="0" parTransId="{772A2D46-EF31-474F-B288-41FC7C820DBE}" sibTransId="{6E0C32A7-77C9-4B27-98FB-57653072618D}"/>
    <dgm:cxn modelId="{4EF97AFE-42AA-4304-B3EF-6C5E3936BE1A}" type="presOf" srcId="{70357B3B-4839-4EA8-A887-CD4C1C7FD85C}" destId="{0A2EC75C-849A-4E3A-9925-6830442BD423}" srcOrd="0" destOrd="0" presId="urn:microsoft.com/office/officeart/2011/layout/TabList"/>
    <dgm:cxn modelId="{0C3CEB09-8E8C-44DB-9FBC-C572BEC89F7C}" type="presParOf" srcId="{71ABE526-3594-479D-80C7-897D2DA5E554}" destId="{7933D4B8-7BBF-4818-9C65-457622347C57}" srcOrd="0" destOrd="0" presId="urn:microsoft.com/office/officeart/2011/layout/TabList"/>
    <dgm:cxn modelId="{175D27A6-4A62-44E8-96AC-C4ED347A69E6}" type="presParOf" srcId="{7933D4B8-7BBF-4818-9C65-457622347C57}" destId="{400BF197-8E62-4DA1-9F1A-21CF62E61FEE}" srcOrd="0" destOrd="0" presId="urn:microsoft.com/office/officeart/2011/layout/TabList"/>
    <dgm:cxn modelId="{8D6DB6BD-BCB1-49BC-96D7-CC03E2C05197}" type="presParOf" srcId="{7933D4B8-7BBF-4818-9C65-457622347C57}" destId="{45EF4999-7284-4A71-9671-E960C16B2093}" srcOrd="1" destOrd="0" presId="urn:microsoft.com/office/officeart/2011/layout/TabList"/>
    <dgm:cxn modelId="{2A54A056-32C6-4F70-9FEC-4A97731934E3}" type="presParOf" srcId="{7933D4B8-7BBF-4818-9C65-457622347C57}" destId="{093B9059-931F-4A0F-9CDE-7613F837D6FA}" srcOrd="2" destOrd="0" presId="urn:microsoft.com/office/officeart/2011/layout/TabList"/>
    <dgm:cxn modelId="{E00C9B7A-C7F3-4A8F-8589-FA8B763F7832}" type="presParOf" srcId="{71ABE526-3594-479D-80C7-897D2DA5E554}" destId="{5C0F599B-20D4-4C78-A33A-FABEBA32A36A}" srcOrd="1" destOrd="0" presId="urn:microsoft.com/office/officeart/2011/layout/TabList"/>
    <dgm:cxn modelId="{F494961C-DDCE-43C1-AA45-7666988EDFED}" type="presParOf" srcId="{71ABE526-3594-479D-80C7-897D2DA5E554}" destId="{051549CE-50C6-4F59-BA26-6BA0C324FABC}" srcOrd="2" destOrd="0" presId="urn:microsoft.com/office/officeart/2011/layout/TabList"/>
    <dgm:cxn modelId="{D4D78CF5-1E28-41ED-B509-FCC885F5EE1F}" type="presParOf" srcId="{051549CE-50C6-4F59-BA26-6BA0C324FABC}" destId="{0A2EC75C-849A-4E3A-9925-6830442BD423}" srcOrd="0" destOrd="0" presId="urn:microsoft.com/office/officeart/2011/layout/TabList"/>
    <dgm:cxn modelId="{BE74B60A-7CE3-4DA0-AAD3-F60EFA35E3E3}" type="presParOf" srcId="{051549CE-50C6-4F59-BA26-6BA0C324FABC}" destId="{8BAD80B2-16DB-4B83-AEE5-1B3CE7853079}" srcOrd="1" destOrd="0" presId="urn:microsoft.com/office/officeart/2011/layout/TabList"/>
    <dgm:cxn modelId="{3CD7BDF8-854B-4E40-AC89-3491F8C0DD3D}" type="presParOf" srcId="{051549CE-50C6-4F59-BA26-6BA0C324FABC}" destId="{4DF1C653-41AA-4B78-8BE3-042EE1BB3D15}" srcOrd="2" destOrd="0" presId="urn:microsoft.com/office/officeart/2011/layout/TabList"/>
    <dgm:cxn modelId="{DFC43AAA-F08C-40CB-92FA-4F05A4CF7822}" type="presParOf" srcId="{71ABE526-3594-479D-80C7-897D2DA5E554}" destId="{36178964-E37B-4CC5-B900-1F911752E46D}" srcOrd="3" destOrd="0" presId="urn:microsoft.com/office/officeart/2011/layout/TabList"/>
    <dgm:cxn modelId="{85173F6A-83BF-42CA-A479-936B23EB3B05}" type="presParOf" srcId="{71ABE526-3594-479D-80C7-897D2DA5E554}" destId="{EBF7BC2B-A104-47DA-9D41-66D667968D69}" srcOrd="4" destOrd="0" presId="urn:microsoft.com/office/officeart/2011/layout/TabList"/>
    <dgm:cxn modelId="{774A16C7-3405-4153-8A01-8BA7B9E9CE43}" type="presParOf" srcId="{EBF7BC2B-A104-47DA-9D41-66D667968D69}" destId="{3A6D0B67-3A19-4DDF-AF2B-31F479FB8FDF}" srcOrd="0" destOrd="0" presId="urn:microsoft.com/office/officeart/2011/layout/TabList"/>
    <dgm:cxn modelId="{83096E52-6DB7-4C11-AA28-9658188D56FB}" type="presParOf" srcId="{EBF7BC2B-A104-47DA-9D41-66D667968D69}" destId="{837254C8-9D80-4415-ABF4-2BC76ECF09D4}" srcOrd="1" destOrd="0" presId="urn:microsoft.com/office/officeart/2011/layout/TabList"/>
    <dgm:cxn modelId="{A8945D46-8E7A-494E-9A47-0785523C8D7F}" type="presParOf" srcId="{EBF7BC2B-A104-47DA-9D41-66D667968D69}" destId="{A4EF6E2F-8A29-4D7D-B3DD-5923248DF2C7}" srcOrd="2" destOrd="0" presId="urn:microsoft.com/office/officeart/2011/layout/TabList"/>
    <dgm:cxn modelId="{CA5E1584-186C-4ACF-ACE4-C201EB7D15D7}" type="presParOf" srcId="{71ABE526-3594-479D-80C7-897D2DA5E554}" destId="{FB14C4E8-5BC1-4459-B84D-43D3A5513987}" srcOrd="5" destOrd="0" presId="urn:microsoft.com/office/officeart/2011/layout/TabList"/>
    <dgm:cxn modelId="{C4B183B8-FE91-4B11-B26F-4ABDE63AEC95}" type="presParOf" srcId="{71ABE526-3594-479D-80C7-897D2DA5E554}" destId="{441BECCC-66BF-44FF-8443-53E3F7B717D7}" srcOrd="6" destOrd="0" presId="urn:microsoft.com/office/officeart/2011/layout/TabList"/>
    <dgm:cxn modelId="{653E4851-17BA-4D1C-A73A-C430B1DF5BC5}" type="presParOf" srcId="{441BECCC-66BF-44FF-8443-53E3F7B717D7}" destId="{31B1F6DB-D021-4343-97EA-72B2E5EFF39B}" srcOrd="0" destOrd="0" presId="urn:microsoft.com/office/officeart/2011/layout/TabList"/>
    <dgm:cxn modelId="{D98A48A0-7AE1-4E3B-9281-AC7E9B14AB18}" type="presParOf" srcId="{441BECCC-66BF-44FF-8443-53E3F7B717D7}" destId="{9DAC3027-CCE4-441E-A7F0-4C2021D749FD}" srcOrd="1" destOrd="0" presId="urn:microsoft.com/office/officeart/2011/layout/TabList"/>
    <dgm:cxn modelId="{8A9107F6-AF5A-4857-84C9-AFAB3979E0C4}" type="presParOf" srcId="{441BECCC-66BF-44FF-8443-53E3F7B717D7}" destId="{EE1A34D4-D279-4BB0-8AEA-E9D62AC076D9}" srcOrd="2" destOrd="0" presId="urn:microsoft.com/office/officeart/2011/layout/TabList"/>
    <dgm:cxn modelId="{3814EA4B-9519-4286-A53A-FB2260B04AB8}" type="presParOf" srcId="{71ABE526-3594-479D-80C7-897D2DA5E554}" destId="{93123607-D9E2-4877-83C2-6A099CD538A5}" srcOrd="7" destOrd="0" presId="urn:microsoft.com/office/officeart/2011/layout/TabList"/>
    <dgm:cxn modelId="{2F8A5391-6865-4D54-8947-5B2106226F81}" type="presParOf" srcId="{71ABE526-3594-479D-80C7-897D2DA5E554}" destId="{21456640-CCC8-464F-B56D-4AE4E326DDA0}" srcOrd="8" destOrd="0" presId="urn:microsoft.com/office/officeart/2011/layout/TabList"/>
    <dgm:cxn modelId="{39E0B15A-5C43-4C0C-9632-F152F6B89519}" type="presParOf" srcId="{21456640-CCC8-464F-B56D-4AE4E326DDA0}" destId="{89DB0EB4-1E1F-462B-AAFC-EEBF144E6D3A}" srcOrd="0" destOrd="0" presId="urn:microsoft.com/office/officeart/2011/layout/TabList"/>
    <dgm:cxn modelId="{E8ACA951-0401-4C3A-A66C-5730F47EB46C}" type="presParOf" srcId="{21456640-CCC8-464F-B56D-4AE4E326DDA0}" destId="{7658399C-7EE0-46DA-91E6-45F4FE9A34A8}" srcOrd="1" destOrd="0" presId="urn:microsoft.com/office/officeart/2011/layout/TabList"/>
    <dgm:cxn modelId="{3663B82F-4C41-44BF-8078-0B8113A8F1FC}" type="presParOf" srcId="{21456640-CCC8-464F-B56D-4AE4E326DDA0}" destId="{B1639A64-EB1E-4467-B4CC-A4CE776E8826}" srcOrd="2" destOrd="0" presId="urn:microsoft.com/office/officeart/2011/layout/Tab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26FC49-5031-46DE-AC8B-1EA3F6AE0DB4}">
      <dsp:nvSpPr>
        <dsp:cNvPr id="0" name=""/>
        <dsp:cNvSpPr/>
      </dsp:nvSpPr>
      <dsp:spPr>
        <a:xfrm>
          <a:off x="-3504923" y="-538788"/>
          <a:ext cx="4178673" cy="4178673"/>
        </a:xfrm>
        <a:prstGeom prst="blockArc">
          <a:avLst>
            <a:gd name="adj1" fmla="val 18900000"/>
            <a:gd name="adj2" fmla="val 2700000"/>
            <a:gd name="adj3" fmla="val 517"/>
          </a:avLst>
        </a:prstGeom>
        <a:noFill/>
        <a:ln w="12700" cap="flat" cmpd="sng" algn="ctr">
          <a:solidFill>
            <a:schemeClr val="accent1">
              <a:tint val="99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AE81EFD-468D-4F78-B777-DADF15848034}">
      <dsp:nvSpPr>
        <dsp:cNvPr id="0" name=""/>
        <dsp:cNvSpPr/>
      </dsp:nvSpPr>
      <dsp:spPr>
        <a:xfrm>
          <a:off x="433248" y="229812"/>
          <a:ext cx="5465470" cy="780812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2299" tIns="60960" rIns="60960" bIns="6096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Arial" panose="020B0604020202020204" pitchFamily="34" charset="0"/>
              <a:cs typeface="Arial" panose="020B0604020202020204" pitchFamily="34" charset="0"/>
            </a:rPr>
            <a:t>GPIO Overview</a:t>
          </a:r>
        </a:p>
      </dsp:txBody>
      <dsp:txXfrm>
        <a:off x="433248" y="229812"/>
        <a:ext cx="5465470" cy="780812"/>
      </dsp:txXfrm>
    </dsp:sp>
    <dsp:sp modelId="{C7C52327-D1CB-4073-8886-4E5268D0B9CE}">
      <dsp:nvSpPr>
        <dsp:cNvPr id="0" name=""/>
        <dsp:cNvSpPr/>
      </dsp:nvSpPr>
      <dsp:spPr>
        <a:xfrm>
          <a:off x="45611" y="232582"/>
          <a:ext cx="775274" cy="77527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0C8357-D046-481C-AE96-1740D5E54B3D}">
      <dsp:nvSpPr>
        <dsp:cNvPr id="0" name=""/>
        <dsp:cNvSpPr/>
      </dsp:nvSpPr>
      <dsp:spPr>
        <a:xfrm>
          <a:off x="658698" y="1160141"/>
          <a:ext cx="5240021" cy="780812"/>
        </a:xfrm>
        <a:prstGeom prst="rect">
          <a:avLst/>
        </a:prstGeom>
        <a:solidFill>
          <a:schemeClr val="accent1">
            <a:shade val="80000"/>
            <a:hueOff val="396048"/>
            <a:satOff val="-28108"/>
            <a:lumOff val="1849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2299" tIns="60960" rIns="60960" bIns="6096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Arial" panose="020B0604020202020204" pitchFamily="34" charset="0"/>
              <a:cs typeface="Arial" panose="020B0604020202020204" pitchFamily="34" charset="0"/>
            </a:rPr>
            <a:t>Types of GPIO</a:t>
          </a:r>
        </a:p>
      </dsp:txBody>
      <dsp:txXfrm>
        <a:off x="658698" y="1160141"/>
        <a:ext cx="5240021" cy="780812"/>
      </dsp:txXfrm>
    </dsp:sp>
    <dsp:sp modelId="{094BE3B4-9BA8-4DE3-AEA6-EF0A1E696886}">
      <dsp:nvSpPr>
        <dsp:cNvPr id="0" name=""/>
        <dsp:cNvSpPr/>
      </dsp:nvSpPr>
      <dsp:spPr>
        <a:xfrm>
          <a:off x="271061" y="1162911"/>
          <a:ext cx="775274" cy="77527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396048"/>
              <a:satOff val="-28108"/>
              <a:lumOff val="1849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23EBB30-AA85-4BE3-B078-782BCB2F66C6}">
      <dsp:nvSpPr>
        <dsp:cNvPr id="0" name=""/>
        <dsp:cNvSpPr/>
      </dsp:nvSpPr>
      <dsp:spPr>
        <a:xfrm>
          <a:off x="433248" y="2170767"/>
          <a:ext cx="5465470" cy="620219"/>
        </a:xfrm>
        <a:prstGeom prst="rect">
          <a:avLst/>
        </a:prstGeom>
        <a:solidFill>
          <a:schemeClr val="accent1">
            <a:shade val="80000"/>
            <a:hueOff val="792097"/>
            <a:satOff val="-56215"/>
            <a:lumOff val="3699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2299" tIns="60960" rIns="60960" bIns="6096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Arial"/>
              <a:cs typeface="Arial"/>
            </a:rPr>
            <a:t>Lesson Summary</a:t>
          </a:r>
        </a:p>
      </dsp:txBody>
      <dsp:txXfrm>
        <a:off x="433248" y="2170767"/>
        <a:ext cx="5465470" cy="620219"/>
      </dsp:txXfrm>
    </dsp:sp>
    <dsp:sp modelId="{3BA6E330-88B7-4915-87B2-C233C4AD2980}">
      <dsp:nvSpPr>
        <dsp:cNvPr id="0" name=""/>
        <dsp:cNvSpPr/>
      </dsp:nvSpPr>
      <dsp:spPr>
        <a:xfrm>
          <a:off x="45611" y="2093239"/>
          <a:ext cx="775274" cy="77527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792097"/>
              <a:satOff val="-56215"/>
              <a:lumOff val="3699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639A64-EB1E-4467-B4CC-A4CE776E8826}">
      <dsp:nvSpPr>
        <dsp:cNvPr id="0" name=""/>
        <dsp:cNvSpPr/>
      </dsp:nvSpPr>
      <dsp:spPr>
        <a:xfrm>
          <a:off x="0" y="3790488"/>
          <a:ext cx="7658929" cy="0"/>
        </a:xfrm>
        <a:prstGeom prst="line">
          <a:avLst/>
        </a:pr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E1A34D4-D279-4BB0-8AEA-E9D62AC076D9}">
      <dsp:nvSpPr>
        <dsp:cNvPr id="0" name=""/>
        <dsp:cNvSpPr/>
      </dsp:nvSpPr>
      <dsp:spPr>
        <a:xfrm>
          <a:off x="0" y="3025637"/>
          <a:ext cx="7658929" cy="0"/>
        </a:xfrm>
        <a:prstGeom prst="line">
          <a:avLst/>
        </a:pr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4EF6E2F-8A29-4D7D-B3DD-5923248DF2C7}">
      <dsp:nvSpPr>
        <dsp:cNvPr id="0" name=""/>
        <dsp:cNvSpPr/>
      </dsp:nvSpPr>
      <dsp:spPr>
        <a:xfrm>
          <a:off x="0" y="2260787"/>
          <a:ext cx="7658929" cy="0"/>
        </a:xfrm>
        <a:prstGeom prst="line">
          <a:avLst/>
        </a:pr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DF1C653-41AA-4B78-8BE3-042EE1BB3D15}">
      <dsp:nvSpPr>
        <dsp:cNvPr id="0" name=""/>
        <dsp:cNvSpPr/>
      </dsp:nvSpPr>
      <dsp:spPr>
        <a:xfrm>
          <a:off x="0" y="1495937"/>
          <a:ext cx="7658929" cy="0"/>
        </a:xfrm>
        <a:prstGeom prst="line">
          <a:avLst/>
        </a:pr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93B9059-931F-4A0F-9CDE-7613F837D6FA}">
      <dsp:nvSpPr>
        <dsp:cNvPr id="0" name=""/>
        <dsp:cNvSpPr/>
      </dsp:nvSpPr>
      <dsp:spPr>
        <a:xfrm>
          <a:off x="0" y="731087"/>
          <a:ext cx="7658929" cy="0"/>
        </a:xfrm>
        <a:prstGeom prst="line">
          <a:avLst/>
        </a:pr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00BF197-8E62-4DA1-9F1A-21CF62E61FEE}">
      <dsp:nvSpPr>
        <dsp:cNvPr id="0" name=""/>
        <dsp:cNvSpPr/>
      </dsp:nvSpPr>
      <dsp:spPr>
        <a:xfrm>
          <a:off x="1991321" y="2658"/>
          <a:ext cx="5667607" cy="7284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2400" kern="1200" dirty="0">
              <a:latin typeface="Arial" panose="020B0604020202020204" pitchFamily="34" charset="0"/>
              <a:cs typeface="Arial" panose="020B0604020202020204" pitchFamily="34" charset="0"/>
            </a:rPr>
            <a:t>GPIO Module Introduction</a:t>
          </a:r>
          <a:endParaRPr lang="en-US" sz="24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991321" y="2658"/>
        <a:ext cx="5667607" cy="728428"/>
      </dsp:txXfrm>
    </dsp:sp>
    <dsp:sp modelId="{45EF4999-7284-4A71-9671-E960C16B2093}">
      <dsp:nvSpPr>
        <dsp:cNvPr id="0" name=""/>
        <dsp:cNvSpPr/>
      </dsp:nvSpPr>
      <dsp:spPr>
        <a:xfrm>
          <a:off x="0" y="2658"/>
          <a:ext cx="1991321" cy="728428"/>
        </a:xfrm>
        <a:prstGeom prst="round2SameRect">
          <a:avLst>
            <a:gd name="adj1" fmla="val 16670"/>
            <a:gd name="adj2" fmla="val 0"/>
          </a:avLst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latin typeface="Arial" panose="020B0604020202020204" pitchFamily="34" charset="0"/>
              <a:cs typeface="Arial" panose="020B0604020202020204" pitchFamily="34" charset="0"/>
            </a:rPr>
            <a:t>1</a:t>
          </a:r>
        </a:p>
      </dsp:txBody>
      <dsp:txXfrm>
        <a:off x="35565" y="38223"/>
        <a:ext cx="1920191" cy="692863"/>
      </dsp:txXfrm>
    </dsp:sp>
    <dsp:sp modelId="{0A2EC75C-849A-4E3A-9925-6830442BD423}">
      <dsp:nvSpPr>
        <dsp:cNvPr id="0" name=""/>
        <dsp:cNvSpPr/>
      </dsp:nvSpPr>
      <dsp:spPr>
        <a:xfrm>
          <a:off x="1991321" y="767509"/>
          <a:ext cx="5667607" cy="7284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2400" kern="1200" dirty="0">
              <a:latin typeface="Arial" panose="020B0604020202020204" pitchFamily="34" charset="0"/>
              <a:cs typeface="Arial" panose="020B0604020202020204" pitchFamily="34" charset="0"/>
            </a:rPr>
            <a:t>Knowledge of C required to use GPIO</a:t>
          </a:r>
          <a:endParaRPr lang="en-US" sz="24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991321" y="767509"/>
        <a:ext cx="5667607" cy="728428"/>
      </dsp:txXfrm>
    </dsp:sp>
    <dsp:sp modelId="{8BAD80B2-16DB-4B83-AEE5-1B3CE7853079}">
      <dsp:nvSpPr>
        <dsp:cNvPr id="0" name=""/>
        <dsp:cNvSpPr/>
      </dsp:nvSpPr>
      <dsp:spPr>
        <a:xfrm>
          <a:off x="0" y="767509"/>
          <a:ext cx="1991321" cy="728428"/>
        </a:xfrm>
        <a:prstGeom prst="round2SameRect">
          <a:avLst>
            <a:gd name="adj1" fmla="val 16670"/>
            <a:gd name="adj2" fmla="val 0"/>
          </a:avLst>
        </a:prstGeom>
        <a:solidFill>
          <a:schemeClr val="accent1">
            <a:alpha val="90000"/>
            <a:hueOff val="0"/>
            <a:satOff val="0"/>
            <a:lumOff val="0"/>
            <a:alphaOff val="-1000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-1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latin typeface="Arial" panose="020B0604020202020204" pitchFamily="34" charset="0"/>
              <a:cs typeface="Arial" panose="020B0604020202020204" pitchFamily="34" charset="0"/>
            </a:rPr>
            <a:t>2</a:t>
          </a:r>
        </a:p>
      </dsp:txBody>
      <dsp:txXfrm>
        <a:off x="35565" y="803074"/>
        <a:ext cx="1920191" cy="692863"/>
      </dsp:txXfrm>
    </dsp:sp>
    <dsp:sp modelId="{3A6D0B67-3A19-4DDF-AF2B-31F479FB8FDF}">
      <dsp:nvSpPr>
        <dsp:cNvPr id="0" name=""/>
        <dsp:cNvSpPr/>
      </dsp:nvSpPr>
      <dsp:spPr>
        <a:xfrm>
          <a:off x="1991321" y="1532359"/>
          <a:ext cx="5667607" cy="7284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2400" kern="1200" dirty="0">
              <a:latin typeface="Arial" panose="020B0604020202020204" pitchFamily="34" charset="0"/>
              <a:cs typeface="Arial" panose="020B0604020202020204" pitchFamily="34" charset="0"/>
            </a:rPr>
            <a:t>Role of clock with GPIO</a:t>
          </a:r>
          <a:endParaRPr lang="en-US" sz="24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991321" y="1532359"/>
        <a:ext cx="5667607" cy="728428"/>
      </dsp:txXfrm>
    </dsp:sp>
    <dsp:sp modelId="{837254C8-9D80-4415-ABF4-2BC76ECF09D4}">
      <dsp:nvSpPr>
        <dsp:cNvPr id="0" name=""/>
        <dsp:cNvSpPr/>
      </dsp:nvSpPr>
      <dsp:spPr>
        <a:xfrm>
          <a:off x="0" y="1532359"/>
          <a:ext cx="1991321" cy="728428"/>
        </a:xfrm>
        <a:prstGeom prst="round2SameRect">
          <a:avLst>
            <a:gd name="adj1" fmla="val 16670"/>
            <a:gd name="adj2" fmla="val 0"/>
          </a:avLst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-2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latin typeface="Arial" panose="020B0604020202020204" pitchFamily="34" charset="0"/>
              <a:cs typeface="Arial" panose="020B0604020202020204" pitchFamily="34" charset="0"/>
            </a:rPr>
            <a:t>3</a:t>
          </a:r>
        </a:p>
      </dsp:txBody>
      <dsp:txXfrm>
        <a:off x="35565" y="1567924"/>
        <a:ext cx="1920191" cy="692863"/>
      </dsp:txXfrm>
    </dsp:sp>
    <dsp:sp modelId="{31B1F6DB-D021-4343-97EA-72B2E5EFF39B}">
      <dsp:nvSpPr>
        <dsp:cNvPr id="0" name=""/>
        <dsp:cNvSpPr/>
      </dsp:nvSpPr>
      <dsp:spPr>
        <a:xfrm>
          <a:off x="1991321" y="2297209"/>
          <a:ext cx="5667607" cy="7284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2400" kern="1200" dirty="0">
              <a:latin typeface="Arial" panose="020B0604020202020204" pitchFamily="34" charset="0"/>
              <a:cs typeface="Arial" panose="020B0604020202020204" pitchFamily="34" charset="0"/>
            </a:rPr>
            <a:t>Example demo	</a:t>
          </a:r>
          <a:endParaRPr lang="en-US" sz="24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991321" y="2297209"/>
        <a:ext cx="5667607" cy="728428"/>
      </dsp:txXfrm>
    </dsp:sp>
    <dsp:sp modelId="{9DAC3027-CCE4-441E-A7F0-4C2021D749FD}">
      <dsp:nvSpPr>
        <dsp:cNvPr id="0" name=""/>
        <dsp:cNvSpPr/>
      </dsp:nvSpPr>
      <dsp:spPr>
        <a:xfrm>
          <a:off x="0" y="2297209"/>
          <a:ext cx="1991321" cy="728428"/>
        </a:xfrm>
        <a:prstGeom prst="round2SameRect">
          <a:avLst>
            <a:gd name="adj1" fmla="val 16670"/>
            <a:gd name="adj2" fmla="val 0"/>
          </a:avLst>
        </a:prstGeom>
        <a:solidFill>
          <a:schemeClr val="accent1">
            <a:alpha val="90000"/>
            <a:hueOff val="0"/>
            <a:satOff val="0"/>
            <a:lumOff val="0"/>
            <a:alphaOff val="-3000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-3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latin typeface="Arial" panose="020B0604020202020204" pitchFamily="34" charset="0"/>
              <a:cs typeface="Arial" panose="020B0604020202020204" pitchFamily="34" charset="0"/>
            </a:rPr>
            <a:t>4</a:t>
          </a:r>
        </a:p>
      </dsp:txBody>
      <dsp:txXfrm>
        <a:off x="35565" y="2332774"/>
        <a:ext cx="1920191" cy="692863"/>
      </dsp:txXfrm>
    </dsp:sp>
    <dsp:sp modelId="{89DB0EB4-1E1F-462B-AAFC-EEBF144E6D3A}">
      <dsp:nvSpPr>
        <dsp:cNvPr id="0" name=""/>
        <dsp:cNvSpPr/>
      </dsp:nvSpPr>
      <dsp:spPr>
        <a:xfrm>
          <a:off x="1991321" y="3062059"/>
          <a:ext cx="5667607" cy="7284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2400" kern="1200" dirty="0">
              <a:latin typeface="Arial" panose="020B0604020202020204" pitchFamily="34" charset="0"/>
              <a:cs typeface="Arial" panose="020B0604020202020204" pitchFamily="34" charset="0"/>
            </a:rPr>
            <a:t>Assignment</a:t>
          </a:r>
          <a:endParaRPr lang="en-US" sz="24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991321" y="3062059"/>
        <a:ext cx="5667607" cy="728428"/>
      </dsp:txXfrm>
    </dsp:sp>
    <dsp:sp modelId="{7658399C-7EE0-46DA-91E6-45F4FE9A34A8}">
      <dsp:nvSpPr>
        <dsp:cNvPr id="0" name=""/>
        <dsp:cNvSpPr/>
      </dsp:nvSpPr>
      <dsp:spPr>
        <a:xfrm>
          <a:off x="0" y="3062059"/>
          <a:ext cx="1991321" cy="728428"/>
        </a:xfrm>
        <a:prstGeom prst="round2SameRect">
          <a:avLst>
            <a:gd name="adj1" fmla="val 16670"/>
            <a:gd name="adj2" fmla="val 0"/>
          </a:avLst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-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latin typeface="Arial" panose="020B0604020202020204" pitchFamily="34" charset="0"/>
              <a:cs typeface="Arial" panose="020B0604020202020204" pitchFamily="34" charset="0"/>
            </a:rPr>
            <a:t>5</a:t>
          </a:r>
        </a:p>
      </dsp:txBody>
      <dsp:txXfrm>
        <a:off x="35565" y="3097624"/>
        <a:ext cx="1920191" cy="69286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1/layout/TabList">
  <dgm:title val="Tab List"/>
  <dgm:desc val="Use to show non-sequential or grouped blocks of information. Works well for lists with a small amount of Level 1 text. The first Level 2 displays next to the Level 1 text  and the remaining Level 2 text appears beneath the Level 1 text."/>
  <dgm:catLst>
    <dgm:cat type="list" pri="4500"/>
    <dgm:cat type="officeonline" pri="11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0" srcId="0" destId="10" srcOrd="0" destOrd="0"/>
        <dgm:cxn modelId="41" srcId="10" destId="11" srcOrd="0" destOrd="0"/>
        <dgm:cxn modelId="42" srcId="10" destId="12" srcOrd="0" destOrd="0"/>
        <dgm:cxn modelId="50" srcId="0" destId="20" srcOrd="1" destOrd="0"/>
        <dgm:cxn modelId="51" srcId="20" destId="21" srcOrd="1" destOrd="0"/>
        <dgm:cxn modelId="52" srcId="20" destId="22" srcOrd="1" destOrd="0"/>
        <dgm:cxn modelId="60" srcId="0" destId="30" srcOrd="2" destOrd="0"/>
        <dgm:cxn modelId="61" srcId="30" destId="31" srcOrd="2" destOrd="0"/>
        <dgm:cxn modelId="62" srcId="30" destId="32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/>
      <dgm:chPref val="3"/>
      <dgm:dir/>
      <dgm:animOne val="branch"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w" for="ch" forName="Child" refType="w"/>
      <dgm:constr type="h" for="ch" forName="Child" refType="h" fact="0.6667"/>
      <dgm:constr type="primFontSz" for="des" forName="Parent" op="equ" val="65"/>
      <dgm:constr type="primFontSz" for="des" forName="Child" op="equ" val="65"/>
      <dgm:constr type="primFontSz" for="des" forName="FirstChild" op="equ" val="65"/>
      <dgm:constr type="primFontSz" for="des" forName="Child" refType="primFontSz" refFor="des" refForName="Parent" op="lte"/>
      <dgm:constr type="primFontSz" for="des" forName="FirstChild" refType="primFontSz" refFor="des" refForName="Parent" op="lte"/>
      <dgm:constr type="primFontSz" for="des" forName="Child" refType="primFontSz" refFor="des" refForName="FirstChild" op="lte"/>
      <dgm:constr type="w" for="ch" forName="composite" refType="w"/>
      <dgm:constr type="h" for="ch" forName="composite" refType="h" fact="0.3333"/>
      <dgm:constr type="sp" refType="h" refFor="ch" refForName="composite" op="equ" fact="0.05"/>
      <dgm:constr type="h" for="ch" forName="sibTrans" refType="h" refFor="ch" refForName="composite" op="equ" fact="0.05"/>
      <dgm:constr type="w" for="ch" forName="sibTrans" refType="h" refFor="ch" refForName="sibTrans" op="equ"/>
    </dgm:constrLst>
    <dgm:forEach name="nodesForEach" axis="ch" ptType="node">
      <dgm:layoutNode name="composite">
        <dgm:alg type="composite"/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l" for="ch" forName="FirstChild" refType="w" fact="0.26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l" for="ch" forName="Parent" refType="w" fact="0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if>
          <dgm:else name="Name3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r" for="ch" forName="FirstChild" refType="w" fact="0.74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r" for="ch" forName="Parent" refType="w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else>
        </dgm:choose>
        <dgm:layoutNode name="FirstChild" styleLbl="revTx">
          <dgm:varLst>
            <dgm:chMax val="0"/>
            <dgm:chPref val="0"/>
            <dgm:bulletEnabled val="1"/>
          </dgm:varLst>
          <dgm:choose name="Name4">
            <dgm:if name="Name5" func="var" arg="dir" op="equ" val="norm">
              <dgm:alg type="tx">
                <dgm:param type="parTxLTRAlign" val="l"/>
                <dgm:param type="txAnchorVert" val="b"/>
                <dgm:param type="txAnchorVertCh" val="b"/>
                <dgm:param type="parTxRTLAlign" val="l"/>
              </dgm:alg>
            </dgm:if>
            <dgm:else name="Name6">
              <dgm:alg type="tx">
                <dgm:param type="parTxLTRAlign" val="r"/>
                <dgm:param type="shpTxLTRAlignCh" val="r"/>
                <dgm:param type="txAnchorVert" val="b"/>
                <dgm:param type="txAnchorVertCh" val="b"/>
                <dgm:param type="parTxRTLAlign" val="r"/>
              </dgm:alg>
            </dgm:else>
          </dgm:choose>
          <dgm:shape xmlns:r="http://schemas.openxmlformats.org/officeDocument/2006/relationships" type="rect" r:blip="">
            <dgm:adjLst/>
          </dgm:shape>
          <dgm:choose name="Name7">
            <dgm:if name="Name8" axis="ch" ptType="node" func="cnt" op="gte" val="1">
              <dgm:presOf axis="ch desOrSelf" ptType="node node" st="1 1" cnt="1 0"/>
            </dgm:if>
            <dgm:else name="Name9">
              <dgm:presOf/>
            </dgm:else>
          </dgm:choose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Parent" styleLbl="alignNode1">
          <dgm:varLst>
            <dgm:chMax val="3"/>
            <dgm:chPref val="3"/>
            <dgm:bulletEnabled val="1"/>
          </dgm:varLst>
          <dgm:alg type="tx">
            <dgm:param type="shpTxLTRAlignCh" val="ctr"/>
            <dgm:param type="txAnchorVertCh" val="mid"/>
          </dgm:alg>
          <dgm:shape xmlns:r="http://schemas.openxmlformats.org/officeDocument/2006/relationships" type="round2SameRect" r:blip="">
            <dgm:adjLst>
              <dgm:adj idx="1" val="0.1667"/>
              <dgm:adj idx="2" val="0"/>
            </dgm:adjLst>
          </dgm:shape>
          <dgm:presOf axis="self" ptType="node"/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Accent" styleLbl="parChTrans1D1">
          <dgm:alg type="sp"/>
          <dgm:shape xmlns:r="http://schemas.openxmlformats.org/officeDocument/2006/relationships" type="line" r:blip="" zOrderOff="-99999">
            <dgm:adjLst/>
          </dgm:shape>
          <dgm:presOf/>
        </dgm:layoutNode>
      </dgm:layoutNode>
      <dgm:choose name="Name10">
        <dgm:if name="Name11" axis="ch" ptType="node" st="2" cnt="1" func="cnt" op="gte" val="1">
          <dgm:layoutNode name="Child" styleLbl="revTx">
            <dgm:varLst>
              <dgm:chMax val="0"/>
              <dgm:chPref val="0"/>
              <dgm:bulletEnabled val="1"/>
            </dgm:varLst>
            <dgm:choose name="Name12">
              <dgm:if name="Name13" func="var" arg="dir" op="equ" val="norm">
                <dgm:alg type="tx">
                  <dgm:param type="stBulletLvl" val="1"/>
                  <dgm:param type="parTxLTRAlign" val="l"/>
                  <dgm:param type="parTxRTLAlign" val="l"/>
                  <dgm:param type="txAnchorVert" val="t"/>
                </dgm:alg>
              </dgm:if>
              <dgm:else name="Name14">
                <dgm:alg type="tx">
                  <dgm:param type="stBulletLvl" val="1"/>
                  <dgm:param type="parTxLTRAlign" val="r"/>
                  <dgm:param type="shpTxLTRAlignCh" val="r"/>
                  <dgm:param type="txAnchorVert" val="t"/>
                  <dgm:param type="parTxRTLAlign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ch desOrSelf" ptType="node node" st="2 1" cnt="0 0"/>
            <dgm:constrLst>
              <dgm:constr type="lMarg" refType="primFontSz" fact="0.15"/>
              <dgm:constr type="rMarg" refType="primFontSz" fact="0.15"/>
              <dgm:constr type="tMarg" refType="primFontSz" fact="0.15"/>
              <dgm:constr type="bMarg" refType="primFontSz" fact="0.15"/>
            </dgm:constrLst>
            <dgm:ruleLst>
              <dgm:rule type="primFontSz" val="5" fact="NaN" max="NaN"/>
            </dgm:ruleLst>
          </dgm:layoutNode>
        </dgm:if>
        <dgm:else name="Name15"/>
      </dgm:choos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1A37C04-92BC-4055-97FE-510C00A8583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F50478-EB01-4877-9F98-DBCC8BEE2C5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5F93FD-9B07-4FA3-8939-62C983D36162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13A81E-5269-404A-9FA7-76BEAFDE8FB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333504-B475-4B63-A3C4-0FDCEAC2D84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A373BC-CC95-41E2-ADB5-BA4C83671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061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FC4216-D418-4EC3-929A-C2AE397A95B0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C6BD82-1A69-40ED-A2D3-9FA29ED45D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0511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D853D4D6-1769-4A98-A5BC-AF2A2551FB1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28" r="7894"/>
          <a:stretch/>
        </p:blipFill>
        <p:spPr>
          <a:xfrm>
            <a:off x="6354225" y="-3022"/>
            <a:ext cx="5820957" cy="6858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639349" y="6323177"/>
            <a:ext cx="6071471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09e-BM/DT/FSOFT - @FPT SOFTWARE - FPT Software Academy - Internal Use</a:t>
            </a:r>
          </a:p>
        </p:txBody>
      </p:sp>
      <p:sp>
        <p:nvSpPr>
          <p:cNvPr id="8" name="Parallelogram 7">
            <a:extLst>
              <a:ext uri="{FF2B5EF4-FFF2-40B4-BE49-F238E27FC236}">
                <a16:creationId xmlns:a16="http://schemas.microsoft.com/office/drawing/2014/main" id="{4BE391D0-E514-43A8-909D-4554ECFBC930}"/>
              </a:ext>
            </a:extLst>
          </p:cNvPr>
          <p:cNvSpPr/>
          <p:nvPr userDrawn="1"/>
        </p:nvSpPr>
        <p:spPr>
          <a:xfrm>
            <a:off x="3195747" y="6293862"/>
            <a:ext cx="1350028" cy="564138"/>
          </a:xfrm>
          <a:prstGeom prst="parallelogram">
            <a:avLst>
              <a:gd name="adj" fmla="val 85423"/>
            </a:avLst>
          </a:prstGeom>
          <a:solidFill>
            <a:srgbClr val="76BE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9AB1E96-AC5C-4524-A956-775F6B28C827}"/>
              </a:ext>
            </a:extLst>
          </p:cNvPr>
          <p:cNvSpPr/>
          <p:nvPr userDrawn="1"/>
        </p:nvSpPr>
        <p:spPr>
          <a:xfrm>
            <a:off x="0" y="6295819"/>
            <a:ext cx="4325150" cy="575254"/>
          </a:xfrm>
          <a:custGeom>
            <a:avLst/>
            <a:gdLst>
              <a:gd name="connsiteX0" fmla="*/ 0 w 4325150"/>
              <a:gd name="connsiteY0" fmla="*/ 0 h 575254"/>
              <a:gd name="connsiteX1" fmla="*/ 3811653 w 4325150"/>
              <a:gd name="connsiteY1" fmla="*/ 0 h 575254"/>
              <a:gd name="connsiteX2" fmla="*/ 4325150 w 4325150"/>
              <a:gd name="connsiteY2" fmla="*/ 0 h 575254"/>
              <a:gd name="connsiteX3" fmla="*/ 3811653 w 4325150"/>
              <a:gd name="connsiteY3" fmla="*/ 575254 h 575254"/>
              <a:gd name="connsiteX4" fmla="*/ 3811653 w 4325150"/>
              <a:gd name="connsiteY4" fmla="*/ 564140 h 575254"/>
              <a:gd name="connsiteX5" fmla="*/ 0 w 4325150"/>
              <a:gd name="connsiteY5" fmla="*/ 564140 h 575254"/>
              <a:gd name="connsiteX6" fmla="*/ 0 w 4325150"/>
              <a:gd name="connsiteY6" fmla="*/ 0 h 5752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25150" h="575254">
                <a:moveTo>
                  <a:pt x="0" y="0"/>
                </a:moveTo>
                <a:lnTo>
                  <a:pt x="3811653" y="0"/>
                </a:lnTo>
                <a:lnTo>
                  <a:pt x="4325150" y="0"/>
                </a:lnTo>
                <a:lnTo>
                  <a:pt x="3811653" y="575254"/>
                </a:lnTo>
                <a:lnTo>
                  <a:pt x="3811653" y="564140"/>
                </a:lnTo>
                <a:lnTo>
                  <a:pt x="0" y="564140"/>
                </a:lnTo>
                <a:lnTo>
                  <a:pt x="0" y="0"/>
                </a:lnTo>
                <a:close/>
              </a:path>
            </a:pathLst>
          </a:custGeom>
          <a:solidFill>
            <a:srgbClr val="3963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35B5763-43D7-467E-9CD1-08FB57025AC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092" y="6439169"/>
            <a:ext cx="2257466" cy="288555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EC2033F-152D-464B-8E17-4E68EDAAF7E1}"/>
              </a:ext>
            </a:extLst>
          </p:cNvPr>
          <p:cNvSpPr/>
          <p:nvPr userDrawn="1"/>
        </p:nvSpPr>
        <p:spPr>
          <a:xfrm>
            <a:off x="9601200" y="0"/>
            <a:ext cx="2590800" cy="10323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455C60A1-484E-424A-9DC8-6CB6B6EC92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2737" y="4301941"/>
            <a:ext cx="6528619" cy="564138"/>
          </a:xfrm>
        </p:spPr>
        <p:txBody>
          <a:bodyPr>
            <a:normAutofit/>
          </a:bodyPr>
          <a:lstStyle>
            <a:lvl1pPr marL="0" indent="0" algn="l">
              <a:buNone/>
              <a:defRPr sz="24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729F0D-8E43-4BE3-9E48-7C6F7D344E9A}"/>
              </a:ext>
            </a:extLst>
          </p:cNvPr>
          <p:cNvSpPr/>
          <p:nvPr userDrawn="1"/>
        </p:nvSpPr>
        <p:spPr>
          <a:xfrm>
            <a:off x="0" y="0"/>
            <a:ext cx="602960" cy="13440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ED270FD-5558-48C6-A7C5-6F578E7ACC6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480" y="259214"/>
            <a:ext cx="1535088" cy="786186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FA11D7E9-137A-4356-B0D8-F80D077CE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549" y="2781430"/>
            <a:ext cx="10515600" cy="9666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31384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509963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CB4C66-D3F5-4BC0-A111-AE6CEB5BB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39349" y="6323177"/>
            <a:ext cx="6071471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09e-BM/DT/FSOFT - @FPT SOFTWARE - FPT </a:t>
            </a:r>
            <a:r>
              <a:rPr lang="en-US"/>
              <a:t>Software Academy </a:t>
            </a:r>
            <a:r>
              <a:rPr lang="en-US" dirty="0"/>
              <a:t>- Internal Use</a:t>
            </a:r>
          </a:p>
        </p:txBody>
      </p:sp>
    </p:spTree>
    <p:extLst>
      <p:ext uri="{BB962C8B-B14F-4D97-AF65-F5344CB8AC3E}">
        <p14:creationId xmlns:p14="http://schemas.microsoft.com/office/powerpoint/2010/main" val="1977791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5496" y="182300"/>
            <a:ext cx="10618304" cy="8101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5496" y="1148972"/>
            <a:ext cx="10618304" cy="5014932"/>
          </a:xfrm>
        </p:spPr>
        <p:txBody>
          <a:bodyPr/>
          <a:lstStyle>
            <a:lvl1pPr marL="228600" indent="-2286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/>
            </a:lvl1pPr>
            <a:lvl2pPr marL="685800" indent="-2286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ü"/>
              <a:defRPr/>
            </a:lvl2pPr>
            <a:lvl3pPr>
              <a:lnSpc>
                <a:spcPct val="100000"/>
              </a:lnSpc>
              <a:spcBef>
                <a:spcPts val="600"/>
              </a:spcBef>
              <a:defRPr/>
            </a:lvl3pPr>
            <a:lvl4pPr>
              <a:lnSpc>
                <a:spcPct val="100000"/>
              </a:lnSpc>
              <a:spcBef>
                <a:spcPts val="600"/>
              </a:spcBef>
              <a:defRPr/>
            </a:lvl4pPr>
            <a:lvl5pPr>
              <a:lnSpc>
                <a:spcPct val="100000"/>
              </a:lnSpc>
              <a:spcBef>
                <a:spcPts val="6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DAB0F-01A5-4AB0-84E3-BA9DDAF2044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68EFDA9D-3256-4B09-AD67-BC13A2BD1A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901329" y="6320400"/>
            <a:ext cx="60714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09e-BM/DT/FSOFT - @FPT SOFTWARE - FPT Software Academy - Internal Use</a:t>
            </a:r>
          </a:p>
        </p:txBody>
      </p:sp>
    </p:spTree>
    <p:extLst>
      <p:ext uri="{BB962C8B-B14F-4D97-AF65-F5344CB8AC3E}">
        <p14:creationId xmlns:p14="http://schemas.microsoft.com/office/powerpoint/2010/main" val="15594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2768832"/>
            <a:ext cx="10515600" cy="2666531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032847"/>
            <a:ext cx="10515600" cy="735985"/>
          </a:xfrm>
        </p:spPr>
        <p:txBody>
          <a:bodyPr anchor="ctr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DAB0F-01A5-4AB0-84E3-BA9DDAF2044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724ED51-80BC-45B7-BF13-7863F1C0058D}"/>
              </a:ext>
            </a:extLst>
          </p:cNvPr>
          <p:cNvSpPr/>
          <p:nvPr userDrawn="1"/>
        </p:nvSpPr>
        <p:spPr>
          <a:xfrm>
            <a:off x="0" y="103239"/>
            <a:ext cx="486697" cy="9438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B634E65-81C3-4903-94C6-20182E22C995}"/>
              </a:ext>
            </a:extLst>
          </p:cNvPr>
          <p:cNvSpPr/>
          <p:nvPr userDrawn="1"/>
        </p:nvSpPr>
        <p:spPr>
          <a:xfrm>
            <a:off x="0" y="2032847"/>
            <a:ext cx="213695" cy="648945"/>
          </a:xfrm>
          <a:prstGeom prst="rect">
            <a:avLst/>
          </a:prstGeom>
          <a:solidFill>
            <a:srgbClr val="3963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EE77C91-7B10-4D08-B05A-38C1EDFCEE6B}"/>
              </a:ext>
            </a:extLst>
          </p:cNvPr>
          <p:cNvSpPr/>
          <p:nvPr userDrawn="1"/>
        </p:nvSpPr>
        <p:spPr>
          <a:xfrm>
            <a:off x="300710" y="2032847"/>
            <a:ext cx="126993" cy="648945"/>
          </a:xfrm>
          <a:prstGeom prst="rect">
            <a:avLst/>
          </a:prstGeom>
          <a:solidFill>
            <a:srgbClr val="76BE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56C839EE-3AFB-42ED-A396-BB8BFF7AB8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901329" y="6320400"/>
            <a:ext cx="60714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09e-BM/DT/FSOFT - @FPT SOFTWARE - FPT Software Academy - Internal Use</a:t>
            </a:r>
          </a:p>
        </p:txBody>
      </p:sp>
    </p:spTree>
    <p:extLst>
      <p:ext uri="{BB962C8B-B14F-4D97-AF65-F5344CB8AC3E}">
        <p14:creationId xmlns:p14="http://schemas.microsoft.com/office/powerpoint/2010/main" val="3680862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62594"/>
            <a:ext cx="10515600" cy="79095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287556"/>
            <a:ext cx="5181600" cy="4966685"/>
          </a:xfrm>
        </p:spPr>
        <p:txBody>
          <a:bodyPr/>
          <a:lstStyle>
            <a:lvl1pPr marL="228600" indent="-2286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/>
            </a:lvl1pPr>
            <a:lvl2pPr marL="685800" indent="-2286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ü"/>
              <a:defRPr/>
            </a:lvl2pPr>
            <a:lvl3pPr>
              <a:lnSpc>
                <a:spcPct val="100000"/>
              </a:lnSpc>
              <a:spcBef>
                <a:spcPts val="600"/>
              </a:spcBef>
              <a:defRPr/>
            </a:lvl3pPr>
            <a:lvl4pPr>
              <a:lnSpc>
                <a:spcPct val="100000"/>
              </a:lnSpc>
              <a:spcBef>
                <a:spcPts val="600"/>
              </a:spcBef>
              <a:defRPr/>
            </a:lvl4pPr>
            <a:lvl5pPr>
              <a:lnSpc>
                <a:spcPct val="100000"/>
              </a:lnSpc>
              <a:spcBef>
                <a:spcPts val="6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287555"/>
            <a:ext cx="5181600" cy="4966685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Wingdings" panose="05000000000000000000" pitchFamily="2" charset="2"/>
              <a:buChar char="ü"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DAB0F-01A5-4AB0-84E3-BA9DDAF2044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FE5354D4-AE78-4FA0-A247-75C8A048D6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901329" y="6320400"/>
            <a:ext cx="60714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09e-BM/DT/FSOFT - @FPT SOFTWARE - FPT Software Academy - Internal Use</a:t>
            </a:r>
          </a:p>
        </p:txBody>
      </p:sp>
    </p:spTree>
    <p:extLst>
      <p:ext uri="{BB962C8B-B14F-4D97-AF65-F5344CB8AC3E}">
        <p14:creationId xmlns:p14="http://schemas.microsoft.com/office/powerpoint/2010/main" val="34215515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5192" y="1157496"/>
            <a:ext cx="5347956" cy="823912"/>
          </a:xfrm>
        </p:spPr>
        <p:txBody>
          <a:bodyPr anchor="ctr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5192" y="2025654"/>
            <a:ext cx="5347956" cy="4257804"/>
          </a:xfrm>
        </p:spPr>
        <p:txBody>
          <a:bodyPr/>
          <a:lstStyle>
            <a:lvl1pPr marL="457200" indent="-4572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/>
            </a:lvl1pPr>
            <a:lvl2pPr marL="685800" indent="-2286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ü"/>
              <a:defRPr/>
            </a:lvl2pPr>
            <a:lvl3pPr>
              <a:lnSpc>
                <a:spcPct val="100000"/>
              </a:lnSpc>
              <a:spcBef>
                <a:spcPts val="600"/>
              </a:spcBef>
              <a:defRPr/>
            </a:lvl3pPr>
            <a:lvl4pPr>
              <a:lnSpc>
                <a:spcPct val="100000"/>
              </a:lnSpc>
              <a:spcBef>
                <a:spcPts val="600"/>
              </a:spcBef>
              <a:defRPr/>
            </a:lvl4pPr>
            <a:lvl5pPr>
              <a:lnSpc>
                <a:spcPct val="100000"/>
              </a:lnSpc>
              <a:spcBef>
                <a:spcPts val="6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07772" y="1157496"/>
            <a:ext cx="5183188" cy="823912"/>
          </a:xfrm>
        </p:spPr>
        <p:txBody>
          <a:bodyPr anchor="ctr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07772" y="1981408"/>
            <a:ext cx="5183188" cy="4257804"/>
          </a:xfrm>
        </p:spPr>
        <p:txBody>
          <a:bodyPr/>
          <a:lstStyle>
            <a:lvl1pPr marL="228600" indent="-2286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/>
            </a:lvl1pPr>
            <a:lvl2pPr marL="685800" indent="-2286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ü"/>
              <a:defRPr/>
            </a:lvl2pPr>
            <a:lvl3pPr>
              <a:lnSpc>
                <a:spcPct val="100000"/>
              </a:lnSpc>
              <a:spcBef>
                <a:spcPts val="600"/>
              </a:spcBef>
              <a:defRPr/>
            </a:lvl3pPr>
            <a:lvl4pPr>
              <a:lnSpc>
                <a:spcPct val="100000"/>
              </a:lnSpc>
              <a:spcBef>
                <a:spcPts val="600"/>
              </a:spcBef>
              <a:defRPr/>
            </a:lvl4pPr>
            <a:lvl5pPr>
              <a:lnSpc>
                <a:spcPct val="100000"/>
              </a:lnSpc>
              <a:spcBef>
                <a:spcPts val="6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DAB0F-01A5-4AB0-84E3-BA9DDAF20443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366CE84-F229-4519-9CAF-24D911C14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191" y="172475"/>
            <a:ext cx="10705769" cy="81149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A90C2898-BD78-4B78-B83A-332AEA95B79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901329" y="6320400"/>
            <a:ext cx="60714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09e-BM/DT/FSOFT - @FPT SOFTWARE - FPT Software Academy - Internal Use</a:t>
            </a:r>
          </a:p>
        </p:txBody>
      </p:sp>
    </p:spTree>
    <p:extLst>
      <p:ext uri="{BB962C8B-B14F-4D97-AF65-F5344CB8AC3E}">
        <p14:creationId xmlns:p14="http://schemas.microsoft.com/office/powerpoint/2010/main" val="1895569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DAB0F-01A5-4AB0-84E3-BA9DDAF20443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2DB8FF0-427D-448C-8CE4-358B460FA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1248"/>
            <a:ext cx="10515600" cy="966672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9CEFD97-C22E-4E5E-A71E-FAB68258B9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901329" y="6320400"/>
            <a:ext cx="60714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09e-BM/DT/FSOFT - @FPT SOFTWARE - FPT Software Academy - Internal Use</a:t>
            </a:r>
          </a:p>
        </p:txBody>
      </p:sp>
    </p:spTree>
    <p:extLst>
      <p:ext uri="{BB962C8B-B14F-4D97-AF65-F5344CB8AC3E}">
        <p14:creationId xmlns:p14="http://schemas.microsoft.com/office/powerpoint/2010/main" val="1884822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DAB0F-01A5-4AB0-84E3-BA9DDAF20443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5BFEF-8812-4F3D-A2DC-BB1E2B2C7B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901329" y="6320400"/>
            <a:ext cx="60714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09e-BM/DT/FSOFT - @FPT SOFTWARE - FPT Software Academy - Internal Use</a:t>
            </a:r>
          </a:p>
        </p:txBody>
      </p:sp>
    </p:spTree>
    <p:extLst>
      <p:ext uri="{BB962C8B-B14F-4D97-AF65-F5344CB8AC3E}">
        <p14:creationId xmlns:p14="http://schemas.microsoft.com/office/powerpoint/2010/main" val="14580625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5678" y="188260"/>
            <a:ext cx="9621663" cy="799166"/>
          </a:xfrm>
        </p:spPr>
        <p:txBody>
          <a:bodyPr anchor="ctr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1133061"/>
            <a:ext cx="6172200" cy="47279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5678" y="1133061"/>
            <a:ext cx="4066347" cy="473592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DAB0F-01A5-4AB0-84E3-BA9DDAF2044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B02BF936-9122-4F42-9C1A-73CE236A2F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901329" y="6320400"/>
            <a:ext cx="60714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09e-BM/DT/FSOFT - @FPT SOFTWARE - FPT Software Academy - Internal Use</a:t>
            </a:r>
          </a:p>
        </p:txBody>
      </p:sp>
    </p:spTree>
    <p:extLst>
      <p:ext uri="{BB962C8B-B14F-4D97-AF65-F5344CB8AC3E}">
        <p14:creationId xmlns:p14="http://schemas.microsoft.com/office/powerpoint/2010/main" val="27035318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17176" y="1275030"/>
            <a:ext cx="10723639" cy="4850512"/>
          </a:xfrm>
        </p:spPr>
        <p:txBody>
          <a:bodyPr vert="eaVert"/>
          <a:lstStyle>
            <a:lvl1pPr marL="228600" indent="-2286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/>
            </a:lvl1pPr>
            <a:lvl2pPr marL="685800" indent="-2286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ü"/>
              <a:defRPr/>
            </a:lvl2pPr>
            <a:lvl3pPr>
              <a:lnSpc>
                <a:spcPct val="100000"/>
              </a:lnSpc>
              <a:spcBef>
                <a:spcPts val="600"/>
              </a:spcBef>
              <a:defRPr/>
            </a:lvl3pPr>
            <a:lvl4pPr>
              <a:lnSpc>
                <a:spcPct val="100000"/>
              </a:lnSpc>
              <a:spcBef>
                <a:spcPts val="600"/>
              </a:spcBef>
              <a:defRPr/>
            </a:lvl4pPr>
            <a:lvl5pPr>
              <a:lnSpc>
                <a:spcPct val="100000"/>
              </a:lnSpc>
              <a:spcBef>
                <a:spcPts val="6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DAB0F-01A5-4AB0-84E3-BA9DDAF2044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9692E51-65A5-4DC3-AB45-C7F52BEA6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176" y="159201"/>
            <a:ext cx="10773784" cy="9666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2902FDD9-B1E4-4CA7-9EB3-F48A566E67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901329" y="6320400"/>
            <a:ext cx="60714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09e-BM/DT/FSOFT - @FPT SOFTWARE - FPT Software Academy - Internal Use</a:t>
            </a:r>
          </a:p>
        </p:txBody>
      </p:sp>
    </p:spTree>
    <p:extLst>
      <p:ext uri="{BB962C8B-B14F-4D97-AF65-F5344CB8AC3E}">
        <p14:creationId xmlns:p14="http://schemas.microsoft.com/office/powerpoint/2010/main" val="2490294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1643216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DAB0F-01A5-4AB0-84E3-BA9DDAF2044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68C6B84B-1AB4-4230-9D84-6E2D983908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901329" y="6320400"/>
            <a:ext cx="60714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09e-BM/DT/FSOFT - @FPT SOFTWARE - FPT Software Academy - Internal Use</a:t>
            </a:r>
          </a:p>
        </p:txBody>
      </p:sp>
    </p:spTree>
    <p:extLst>
      <p:ext uri="{BB962C8B-B14F-4D97-AF65-F5344CB8AC3E}">
        <p14:creationId xmlns:p14="http://schemas.microsoft.com/office/powerpoint/2010/main" val="1137159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arallelogram 6">
            <a:extLst>
              <a:ext uri="{FF2B5EF4-FFF2-40B4-BE49-F238E27FC236}">
                <a16:creationId xmlns:a16="http://schemas.microsoft.com/office/drawing/2014/main" id="{9F1A27CD-428A-4866-A2D0-3874BC60AD1A}"/>
              </a:ext>
            </a:extLst>
          </p:cNvPr>
          <p:cNvSpPr/>
          <p:nvPr userDrawn="1"/>
        </p:nvSpPr>
        <p:spPr>
          <a:xfrm>
            <a:off x="3195747" y="6293862"/>
            <a:ext cx="1350028" cy="564138"/>
          </a:xfrm>
          <a:prstGeom prst="parallelogram">
            <a:avLst>
              <a:gd name="adj" fmla="val 85423"/>
            </a:avLst>
          </a:prstGeom>
          <a:solidFill>
            <a:srgbClr val="76BE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25215" y="223220"/>
            <a:ext cx="10515600" cy="9666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5215" y="1275030"/>
            <a:ext cx="10515600" cy="48505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9336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901329" y="6320400"/>
            <a:ext cx="60714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09e-BM/DT/FSOFT - @FPT SOFTWARE - FPT Software Academy - Internal Use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7806384-FA12-4C89-B6CF-0DEEAB0E4C61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7247" y="172475"/>
            <a:ext cx="1535088" cy="786186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72800" y="6320400"/>
            <a:ext cx="614337" cy="365125"/>
          </a:xfrm>
          <a:prstGeom prst="rect">
            <a:avLst/>
          </a:prstGeom>
          <a:solidFill>
            <a:schemeClr val="bg1"/>
          </a:solidFill>
          <a:ln w="28575">
            <a:solidFill>
              <a:srgbClr val="92D050"/>
            </a:solidFill>
          </a:ln>
        </p:spPr>
        <p:txBody>
          <a:bodyPr vert="horz" lIns="91440" tIns="45720" rIns="91440" bIns="45720" rtlCol="0" anchor="ctr"/>
          <a:lstStyle>
            <a:lvl1pPr algn="ctr">
              <a:defRPr sz="18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86DAB0F-01A5-4AB0-84E3-BA9DDAF204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32329F25-E96C-407E-B0FF-AF25CE2FD0EB}"/>
              </a:ext>
            </a:extLst>
          </p:cNvPr>
          <p:cNvSpPr/>
          <p:nvPr userDrawn="1"/>
        </p:nvSpPr>
        <p:spPr>
          <a:xfrm>
            <a:off x="0" y="6295819"/>
            <a:ext cx="4325150" cy="575254"/>
          </a:xfrm>
          <a:custGeom>
            <a:avLst/>
            <a:gdLst>
              <a:gd name="connsiteX0" fmla="*/ 0 w 4325150"/>
              <a:gd name="connsiteY0" fmla="*/ 0 h 575254"/>
              <a:gd name="connsiteX1" fmla="*/ 3811653 w 4325150"/>
              <a:gd name="connsiteY1" fmla="*/ 0 h 575254"/>
              <a:gd name="connsiteX2" fmla="*/ 4325150 w 4325150"/>
              <a:gd name="connsiteY2" fmla="*/ 0 h 575254"/>
              <a:gd name="connsiteX3" fmla="*/ 3811653 w 4325150"/>
              <a:gd name="connsiteY3" fmla="*/ 575254 h 575254"/>
              <a:gd name="connsiteX4" fmla="*/ 3811653 w 4325150"/>
              <a:gd name="connsiteY4" fmla="*/ 564140 h 575254"/>
              <a:gd name="connsiteX5" fmla="*/ 0 w 4325150"/>
              <a:gd name="connsiteY5" fmla="*/ 564140 h 575254"/>
              <a:gd name="connsiteX6" fmla="*/ 0 w 4325150"/>
              <a:gd name="connsiteY6" fmla="*/ 0 h 5752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25150" h="575254">
                <a:moveTo>
                  <a:pt x="0" y="0"/>
                </a:moveTo>
                <a:lnTo>
                  <a:pt x="3811653" y="0"/>
                </a:lnTo>
                <a:lnTo>
                  <a:pt x="4325150" y="0"/>
                </a:lnTo>
                <a:lnTo>
                  <a:pt x="3811653" y="575254"/>
                </a:lnTo>
                <a:lnTo>
                  <a:pt x="3811653" y="564140"/>
                </a:lnTo>
                <a:lnTo>
                  <a:pt x="0" y="564140"/>
                </a:lnTo>
                <a:lnTo>
                  <a:pt x="0" y="0"/>
                </a:lnTo>
                <a:close/>
              </a:path>
            </a:pathLst>
          </a:custGeom>
          <a:solidFill>
            <a:srgbClr val="3963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175E484-83D1-437E-8BBE-28FE7038A285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092" y="6439169"/>
            <a:ext cx="2257466" cy="288555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6CD96676-B619-470C-B76F-330ABB78DE8E}"/>
              </a:ext>
            </a:extLst>
          </p:cNvPr>
          <p:cNvSpPr/>
          <p:nvPr userDrawn="1"/>
        </p:nvSpPr>
        <p:spPr>
          <a:xfrm>
            <a:off x="0" y="-14748"/>
            <a:ext cx="838200" cy="75216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7AA4583-D6FE-4548-AE65-48B7C43BFF08}"/>
              </a:ext>
            </a:extLst>
          </p:cNvPr>
          <p:cNvSpPr/>
          <p:nvPr userDrawn="1"/>
        </p:nvSpPr>
        <p:spPr>
          <a:xfrm>
            <a:off x="0" y="223220"/>
            <a:ext cx="213695" cy="648945"/>
          </a:xfrm>
          <a:prstGeom prst="rect">
            <a:avLst/>
          </a:prstGeom>
          <a:solidFill>
            <a:srgbClr val="3963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86BB50D-ACB4-4E38-B030-8B8D13B19B95}"/>
              </a:ext>
            </a:extLst>
          </p:cNvPr>
          <p:cNvSpPr/>
          <p:nvPr userDrawn="1"/>
        </p:nvSpPr>
        <p:spPr>
          <a:xfrm>
            <a:off x="300710" y="223220"/>
            <a:ext cx="126993" cy="648945"/>
          </a:xfrm>
          <a:prstGeom prst="rect">
            <a:avLst/>
          </a:prstGeom>
          <a:solidFill>
            <a:srgbClr val="76BE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854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3963AA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600"/>
        </a:spcBef>
        <a:buFont typeface="Wingdings" panose="05000000000000000000" pitchFamily="2" charset="2"/>
        <a:buChar char="§"/>
        <a:defRPr sz="24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914400" indent="-457200" algn="l" defTabSz="914400" rtl="0" eaLnBrk="1" latinLnBrk="0" hangingPunct="1">
        <a:lnSpc>
          <a:spcPct val="100000"/>
        </a:lnSpc>
        <a:spcBef>
          <a:spcPts val="600"/>
        </a:spcBef>
        <a:buFont typeface="Wingdings" panose="05000000000000000000" pitchFamily="2" charset="2"/>
        <a:buChar char="ü"/>
        <a:defRPr sz="20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8D96832-A222-4BA9-A513-02C98716E2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2737" y="1908181"/>
            <a:ext cx="6528619" cy="2393760"/>
          </a:xfrm>
        </p:spPr>
        <p:txBody>
          <a:bodyPr/>
          <a:lstStyle/>
          <a:p>
            <a:r>
              <a:rPr lang="en-US" dirty="0">
                <a:latin typeface="Arial"/>
                <a:cs typeface="Arial"/>
              </a:rPr>
              <a:t>Microcontroller Unit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2C2A07EC-2A88-4C73-B271-FB6F18BFC13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General-Purpose Input/Output (GPIO)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E17BF7D-6272-4F91-8314-9E1A40515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08869" y="6429857"/>
            <a:ext cx="6071471" cy="365125"/>
          </a:xfrm>
        </p:spPr>
        <p:txBody>
          <a:bodyPr/>
          <a:lstStyle/>
          <a:p>
            <a:r>
              <a:rPr lang="en-US" dirty="0"/>
              <a:t>09e-BM/DT/FSOFT - @FPT SOFTWARE - FPT Software Academy - Internal Use</a:t>
            </a:r>
          </a:p>
        </p:txBody>
      </p:sp>
    </p:spTree>
    <p:extLst>
      <p:ext uri="{BB962C8B-B14F-4D97-AF65-F5344CB8AC3E}">
        <p14:creationId xmlns:p14="http://schemas.microsoft.com/office/powerpoint/2010/main" val="3662637843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CA194FB-EA5A-4C5E-89D4-46FBEFA20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F25227-877E-4E94-881F-58C373EBA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DAB0F-01A5-4AB0-84E3-BA9DDAF20443}" type="slidenum">
              <a:rPr lang="en-US" smtClean="0"/>
              <a:t>2</a:t>
            </a:fld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D541F9B-98F1-43FC-9943-20C52AEBCD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09e-BM/DT/FSOFT - @FPT SOFTWARE - FPT Software Academy - Internal Use</a:t>
            </a:r>
          </a:p>
        </p:txBody>
      </p:sp>
      <p:grpSp>
        <p:nvGrpSpPr>
          <p:cNvPr id="11" name="Google Shape;1425;p25">
            <a:extLst>
              <a:ext uri="{FF2B5EF4-FFF2-40B4-BE49-F238E27FC236}">
                <a16:creationId xmlns:a16="http://schemas.microsoft.com/office/drawing/2014/main" id="{895A4EF9-9108-B045-6875-88BEACC48544}"/>
              </a:ext>
            </a:extLst>
          </p:cNvPr>
          <p:cNvGrpSpPr/>
          <p:nvPr/>
        </p:nvGrpSpPr>
        <p:grpSpPr>
          <a:xfrm flipH="1">
            <a:off x="1352412" y="1655817"/>
            <a:ext cx="2936240" cy="3515637"/>
            <a:chOff x="5517194" y="1299875"/>
            <a:chExt cx="2720700" cy="3229482"/>
          </a:xfrm>
        </p:grpSpPr>
        <p:sp>
          <p:nvSpPr>
            <p:cNvPr id="12" name="Google Shape;1426;p25">
              <a:extLst>
                <a:ext uri="{FF2B5EF4-FFF2-40B4-BE49-F238E27FC236}">
                  <a16:creationId xmlns:a16="http://schemas.microsoft.com/office/drawing/2014/main" id="{543C3ED8-8509-B03C-934E-0F1D4717DF3D}"/>
                </a:ext>
              </a:extLst>
            </p:cNvPr>
            <p:cNvSpPr/>
            <p:nvPr/>
          </p:nvSpPr>
          <p:spPr>
            <a:xfrm rot="-368547" flipH="1">
              <a:off x="5552789" y="3581890"/>
              <a:ext cx="2649511" cy="808032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427;p25">
              <a:extLst>
                <a:ext uri="{FF2B5EF4-FFF2-40B4-BE49-F238E27FC236}">
                  <a16:creationId xmlns:a16="http://schemas.microsoft.com/office/drawing/2014/main" id="{3E666C4F-FC44-0AE6-F9E6-23FC02154B4F}"/>
                </a:ext>
              </a:extLst>
            </p:cNvPr>
            <p:cNvSpPr/>
            <p:nvPr/>
          </p:nvSpPr>
          <p:spPr>
            <a:xfrm flipH="1">
              <a:off x="8061092" y="3574414"/>
              <a:ext cx="12420" cy="3066"/>
            </a:xfrm>
            <a:custGeom>
              <a:avLst/>
              <a:gdLst/>
              <a:ahLst/>
              <a:cxnLst/>
              <a:rect l="l" t="t" r="r" b="b"/>
              <a:pathLst>
                <a:path w="320" h="79" extrusionOk="0">
                  <a:moveTo>
                    <a:pt x="1" y="1"/>
                  </a:moveTo>
                  <a:lnTo>
                    <a:pt x="1" y="1"/>
                  </a:lnTo>
                  <a:cubicBezTo>
                    <a:pt x="86" y="51"/>
                    <a:pt x="205" y="78"/>
                    <a:pt x="320" y="78"/>
                  </a:cubicBezTo>
                  <a:cubicBezTo>
                    <a:pt x="205" y="78"/>
                    <a:pt x="89" y="51"/>
                    <a:pt x="1" y="1"/>
                  </a:cubicBezTo>
                  <a:close/>
                </a:path>
              </a:pathLst>
            </a:custGeom>
            <a:solidFill>
              <a:srgbClr val="E5E5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28;p25">
              <a:extLst>
                <a:ext uri="{FF2B5EF4-FFF2-40B4-BE49-F238E27FC236}">
                  <a16:creationId xmlns:a16="http://schemas.microsoft.com/office/drawing/2014/main" id="{44D16876-C2A8-4075-12B3-3C50A896DEA9}"/>
                </a:ext>
              </a:extLst>
            </p:cNvPr>
            <p:cNvSpPr/>
            <p:nvPr/>
          </p:nvSpPr>
          <p:spPr>
            <a:xfrm flipH="1">
              <a:off x="8136308" y="2785664"/>
              <a:ext cx="14167" cy="2290"/>
            </a:xfrm>
            <a:custGeom>
              <a:avLst/>
              <a:gdLst/>
              <a:ahLst/>
              <a:cxnLst/>
              <a:rect l="l" t="t" r="r" b="b"/>
              <a:pathLst>
                <a:path w="365" h="59" extrusionOk="0">
                  <a:moveTo>
                    <a:pt x="1" y="1"/>
                  </a:moveTo>
                  <a:cubicBezTo>
                    <a:pt x="126" y="1"/>
                    <a:pt x="256" y="21"/>
                    <a:pt x="365" y="59"/>
                  </a:cubicBezTo>
                  <a:cubicBezTo>
                    <a:pt x="256" y="21"/>
                    <a:pt x="130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429;p25">
              <a:extLst>
                <a:ext uri="{FF2B5EF4-FFF2-40B4-BE49-F238E27FC236}">
                  <a16:creationId xmlns:a16="http://schemas.microsoft.com/office/drawing/2014/main" id="{B42157F3-0CED-E51D-602B-D0E2FF674767}"/>
                </a:ext>
              </a:extLst>
            </p:cNvPr>
            <p:cNvSpPr/>
            <p:nvPr/>
          </p:nvSpPr>
          <p:spPr>
            <a:xfrm flipH="1">
              <a:off x="7053885" y="3663196"/>
              <a:ext cx="410714" cy="249137"/>
            </a:xfrm>
            <a:custGeom>
              <a:avLst/>
              <a:gdLst/>
              <a:ahLst/>
              <a:cxnLst/>
              <a:rect l="l" t="t" r="r" b="b"/>
              <a:pathLst>
                <a:path w="10582" h="6419" extrusionOk="0">
                  <a:moveTo>
                    <a:pt x="10581" y="0"/>
                  </a:moveTo>
                  <a:lnTo>
                    <a:pt x="1" y="6120"/>
                  </a:lnTo>
                  <a:lnTo>
                    <a:pt x="504" y="6418"/>
                  </a:lnTo>
                  <a:lnTo>
                    <a:pt x="10581" y="595"/>
                  </a:lnTo>
                  <a:lnTo>
                    <a:pt x="10581" y="0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430;p25">
              <a:extLst>
                <a:ext uri="{FF2B5EF4-FFF2-40B4-BE49-F238E27FC236}">
                  <a16:creationId xmlns:a16="http://schemas.microsoft.com/office/drawing/2014/main" id="{448FE8C5-5076-1D2C-12FD-1BD4481C07E8}"/>
                </a:ext>
              </a:extLst>
            </p:cNvPr>
            <p:cNvSpPr/>
            <p:nvPr/>
          </p:nvSpPr>
          <p:spPr>
            <a:xfrm flipH="1">
              <a:off x="7562859" y="2104868"/>
              <a:ext cx="390337" cy="1577029"/>
            </a:xfrm>
            <a:custGeom>
              <a:avLst/>
              <a:gdLst/>
              <a:ahLst/>
              <a:cxnLst/>
              <a:rect l="l" t="t" r="r" b="b"/>
              <a:pathLst>
                <a:path w="10057" h="40632" extrusionOk="0">
                  <a:moveTo>
                    <a:pt x="9155" y="1"/>
                  </a:moveTo>
                  <a:cubicBezTo>
                    <a:pt x="9092" y="1"/>
                    <a:pt x="9031" y="44"/>
                    <a:pt x="9013" y="112"/>
                  </a:cubicBezTo>
                  <a:lnTo>
                    <a:pt x="14" y="40062"/>
                  </a:lnTo>
                  <a:cubicBezTo>
                    <a:pt x="0" y="40123"/>
                    <a:pt x="28" y="40185"/>
                    <a:pt x="82" y="40216"/>
                  </a:cubicBezTo>
                  <a:lnTo>
                    <a:pt x="670" y="40556"/>
                  </a:lnTo>
                  <a:cubicBezTo>
                    <a:pt x="673" y="40559"/>
                    <a:pt x="673" y="40559"/>
                    <a:pt x="677" y="40562"/>
                  </a:cubicBezTo>
                  <a:cubicBezTo>
                    <a:pt x="764" y="40607"/>
                    <a:pt x="872" y="40631"/>
                    <a:pt x="983" y="40631"/>
                  </a:cubicBezTo>
                  <a:cubicBezTo>
                    <a:pt x="998" y="40631"/>
                    <a:pt x="1013" y="40631"/>
                    <a:pt x="1028" y="40630"/>
                  </a:cubicBezTo>
                  <a:lnTo>
                    <a:pt x="1279" y="39525"/>
                  </a:lnTo>
                  <a:lnTo>
                    <a:pt x="10044" y="608"/>
                  </a:lnTo>
                  <a:cubicBezTo>
                    <a:pt x="10057" y="550"/>
                    <a:pt x="10030" y="485"/>
                    <a:pt x="9975" y="455"/>
                  </a:cubicBezTo>
                  <a:lnTo>
                    <a:pt x="9224" y="19"/>
                  </a:lnTo>
                  <a:cubicBezTo>
                    <a:pt x="9202" y="7"/>
                    <a:pt x="9178" y="1"/>
                    <a:pt x="9155" y="1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431;p25">
              <a:extLst>
                <a:ext uri="{FF2B5EF4-FFF2-40B4-BE49-F238E27FC236}">
                  <a16:creationId xmlns:a16="http://schemas.microsoft.com/office/drawing/2014/main" id="{0D6C2B65-B8FF-D929-0543-FA914CBF1075}"/>
                </a:ext>
              </a:extLst>
            </p:cNvPr>
            <p:cNvSpPr/>
            <p:nvPr/>
          </p:nvSpPr>
          <p:spPr>
            <a:xfrm flipH="1">
              <a:off x="7523271" y="2101918"/>
              <a:ext cx="390066" cy="1579940"/>
            </a:xfrm>
            <a:custGeom>
              <a:avLst/>
              <a:gdLst/>
              <a:ahLst/>
              <a:cxnLst/>
              <a:rect l="l" t="t" r="r" b="b"/>
              <a:pathLst>
                <a:path w="10050" h="40707" extrusionOk="0">
                  <a:moveTo>
                    <a:pt x="10050" y="1"/>
                  </a:moveTo>
                  <a:lnTo>
                    <a:pt x="9041" y="585"/>
                  </a:lnTo>
                  <a:lnTo>
                    <a:pt x="252" y="39601"/>
                  </a:lnTo>
                  <a:lnTo>
                    <a:pt x="1" y="40706"/>
                  </a:lnTo>
                  <a:cubicBezTo>
                    <a:pt x="112" y="40706"/>
                    <a:pt x="221" y="40682"/>
                    <a:pt x="307" y="40632"/>
                  </a:cubicBezTo>
                  <a:lnTo>
                    <a:pt x="894" y="40292"/>
                  </a:lnTo>
                  <a:cubicBezTo>
                    <a:pt x="949" y="40257"/>
                    <a:pt x="990" y="40204"/>
                    <a:pt x="1007" y="40138"/>
                  </a:cubicBezTo>
                  <a:lnTo>
                    <a:pt x="10050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432;p25">
              <a:extLst>
                <a:ext uri="{FF2B5EF4-FFF2-40B4-BE49-F238E27FC236}">
                  <a16:creationId xmlns:a16="http://schemas.microsoft.com/office/drawing/2014/main" id="{381FE071-A756-D8FA-3337-FF273581598A}"/>
                </a:ext>
              </a:extLst>
            </p:cNvPr>
            <p:cNvSpPr/>
            <p:nvPr/>
          </p:nvSpPr>
          <p:spPr>
            <a:xfrm flipH="1">
              <a:off x="7484043" y="2871050"/>
              <a:ext cx="39395" cy="1375399"/>
            </a:xfrm>
            <a:custGeom>
              <a:avLst/>
              <a:gdLst/>
              <a:ahLst/>
              <a:cxnLst/>
              <a:rect l="l" t="t" r="r" b="b"/>
              <a:pathLst>
                <a:path w="1015" h="35437" extrusionOk="0">
                  <a:moveTo>
                    <a:pt x="1" y="1"/>
                  </a:moveTo>
                  <a:lnTo>
                    <a:pt x="4" y="34856"/>
                  </a:lnTo>
                  <a:cubicBezTo>
                    <a:pt x="4" y="34924"/>
                    <a:pt x="45" y="34992"/>
                    <a:pt x="134" y="35043"/>
                  </a:cubicBezTo>
                  <a:lnTo>
                    <a:pt x="680" y="35359"/>
                  </a:lnTo>
                  <a:cubicBezTo>
                    <a:pt x="684" y="35363"/>
                    <a:pt x="684" y="35363"/>
                    <a:pt x="688" y="35363"/>
                  </a:cubicBezTo>
                  <a:cubicBezTo>
                    <a:pt x="776" y="35413"/>
                    <a:pt x="895" y="35437"/>
                    <a:pt x="1014" y="35437"/>
                  </a:cubicBezTo>
                  <a:lnTo>
                    <a:pt x="1014" y="34278"/>
                  </a:lnTo>
                  <a:lnTo>
                    <a:pt x="1011" y="58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433;p25">
              <a:extLst>
                <a:ext uri="{FF2B5EF4-FFF2-40B4-BE49-F238E27FC236}">
                  <a16:creationId xmlns:a16="http://schemas.microsoft.com/office/drawing/2014/main" id="{476BA51F-40FF-0213-EBBA-ACB78857C7BE}"/>
                </a:ext>
              </a:extLst>
            </p:cNvPr>
            <p:cNvSpPr/>
            <p:nvPr/>
          </p:nvSpPr>
          <p:spPr>
            <a:xfrm flipH="1">
              <a:off x="7444882" y="2871205"/>
              <a:ext cx="39356" cy="1375243"/>
            </a:xfrm>
            <a:custGeom>
              <a:avLst/>
              <a:gdLst/>
              <a:ahLst/>
              <a:cxnLst/>
              <a:rect l="l" t="t" r="r" b="b"/>
              <a:pathLst>
                <a:path w="1014" h="35433" extrusionOk="0">
                  <a:moveTo>
                    <a:pt x="1013" y="0"/>
                  </a:moveTo>
                  <a:lnTo>
                    <a:pt x="1" y="582"/>
                  </a:lnTo>
                  <a:lnTo>
                    <a:pt x="4" y="34274"/>
                  </a:lnTo>
                  <a:lnTo>
                    <a:pt x="4" y="35433"/>
                  </a:lnTo>
                  <a:cubicBezTo>
                    <a:pt x="123" y="35433"/>
                    <a:pt x="246" y="35409"/>
                    <a:pt x="334" y="35355"/>
                  </a:cubicBezTo>
                  <a:lnTo>
                    <a:pt x="878" y="35039"/>
                  </a:lnTo>
                  <a:cubicBezTo>
                    <a:pt x="959" y="34991"/>
                    <a:pt x="1007" y="34927"/>
                    <a:pt x="1010" y="34866"/>
                  </a:cubicBezTo>
                  <a:lnTo>
                    <a:pt x="1010" y="34838"/>
                  </a:lnTo>
                  <a:lnTo>
                    <a:pt x="1013" y="0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434;p25">
              <a:extLst>
                <a:ext uri="{FF2B5EF4-FFF2-40B4-BE49-F238E27FC236}">
                  <a16:creationId xmlns:a16="http://schemas.microsoft.com/office/drawing/2014/main" id="{3716EC1E-49FD-A72E-D618-5F9003E3A65C}"/>
                </a:ext>
              </a:extLst>
            </p:cNvPr>
            <p:cNvSpPr/>
            <p:nvPr/>
          </p:nvSpPr>
          <p:spPr>
            <a:xfrm flipH="1">
              <a:off x="6976460" y="2712698"/>
              <a:ext cx="272619" cy="1240680"/>
            </a:xfrm>
            <a:custGeom>
              <a:avLst/>
              <a:gdLst/>
              <a:ahLst/>
              <a:cxnLst/>
              <a:rect l="l" t="t" r="r" b="b"/>
              <a:pathLst>
                <a:path w="7024" h="31966" extrusionOk="0">
                  <a:moveTo>
                    <a:pt x="0" y="1"/>
                  </a:moveTo>
                  <a:lnTo>
                    <a:pt x="6010" y="31357"/>
                  </a:lnTo>
                  <a:cubicBezTo>
                    <a:pt x="6028" y="31439"/>
                    <a:pt x="6075" y="31511"/>
                    <a:pt x="6150" y="31551"/>
                  </a:cubicBezTo>
                  <a:lnTo>
                    <a:pt x="6711" y="31875"/>
                  </a:lnTo>
                  <a:cubicBezTo>
                    <a:pt x="6830" y="31946"/>
                    <a:pt x="6956" y="31966"/>
                    <a:pt x="7024" y="31966"/>
                  </a:cubicBezTo>
                  <a:lnTo>
                    <a:pt x="6809" y="30837"/>
                  </a:lnTo>
                  <a:lnTo>
                    <a:pt x="1010" y="5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435;p25">
              <a:extLst>
                <a:ext uri="{FF2B5EF4-FFF2-40B4-BE49-F238E27FC236}">
                  <a16:creationId xmlns:a16="http://schemas.microsoft.com/office/drawing/2014/main" id="{15F4956B-4C01-B24F-ADF3-ED2CBA9AE083}"/>
                </a:ext>
              </a:extLst>
            </p:cNvPr>
            <p:cNvSpPr/>
            <p:nvPr/>
          </p:nvSpPr>
          <p:spPr>
            <a:xfrm flipH="1">
              <a:off x="6937416" y="2712853"/>
              <a:ext cx="272503" cy="1240525"/>
            </a:xfrm>
            <a:custGeom>
              <a:avLst/>
              <a:gdLst/>
              <a:ahLst/>
              <a:cxnLst/>
              <a:rect l="l" t="t" r="r" b="b"/>
              <a:pathLst>
                <a:path w="7021" h="31962" extrusionOk="0">
                  <a:moveTo>
                    <a:pt x="1014" y="0"/>
                  </a:moveTo>
                  <a:lnTo>
                    <a:pt x="1" y="579"/>
                  </a:lnTo>
                  <a:lnTo>
                    <a:pt x="5800" y="30833"/>
                  </a:lnTo>
                  <a:lnTo>
                    <a:pt x="6015" y="31962"/>
                  </a:lnTo>
                  <a:cubicBezTo>
                    <a:pt x="6134" y="31962"/>
                    <a:pt x="6253" y="31935"/>
                    <a:pt x="6345" y="31884"/>
                  </a:cubicBezTo>
                  <a:lnTo>
                    <a:pt x="6371" y="31871"/>
                  </a:lnTo>
                  <a:lnTo>
                    <a:pt x="6886" y="31571"/>
                  </a:lnTo>
                  <a:cubicBezTo>
                    <a:pt x="6977" y="31516"/>
                    <a:pt x="7021" y="31449"/>
                    <a:pt x="7021" y="31381"/>
                  </a:cubicBezTo>
                  <a:lnTo>
                    <a:pt x="7021" y="31374"/>
                  </a:lnTo>
                  <a:lnTo>
                    <a:pt x="7014" y="31337"/>
                  </a:lnTo>
                  <a:lnTo>
                    <a:pt x="7014" y="31330"/>
                  </a:lnTo>
                  <a:lnTo>
                    <a:pt x="1014" y="0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436;p25">
              <a:extLst>
                <a:ext uri="{FF2B5EF4-FFF2-40B4-BE49-F238E27FC236}">
                  <a16:creationId xmlns:a16="http://schemas.microsoft.com/office/drawing/2014/main" id="{E1DE7F36-6876-E523-495A-3DA1059D82FA}"/>
                </a:ext>
              </a:extLst>
            </p:cNvPr>
            <p:cNvSpPr/>
            <p:nvPr/>
          </p:nvSpPr>
          <p:spPr>
            <a:xfrm flipH="1">
              <a:off x="7014840" y="3663701"/>
              <a:ext cx="443666" cy="301301"/>
            </a:xfrm>
            <a:custGeom>
              <a:avLst/>
              <a:gdLst/>
              <a:ahLst/>
              <a:cxnLst/>
              <a:rect l="l" t="t" r="r" b="b"/>
              <a:pathLst>
                <a:path w="11431" h="7763" extrusionOk="0">
                  <a:moveTo>
                    <a:pt x="11430" y="0"/>
                  </a:moveTo>
                  <a:lnTo>
                    <a:pt x="0" y="6600"/>
                  </a:lnTo>
                  <a:lnTo>
                    <a:pt x="0" y="7762"/>
                  </a:lnTo>
                  <a:lnTo>
                    <a:pt x="11430" y="1163"/>
                  </a:lnTo>
                  <a:lnTo>
                    <a:pt x="11430" y="0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437;p25">
              <a:extLst>
                <a:ext uri="{FF2B5EF4-FFF2-40B4-BE49-F238E27FC236}">
                  <a16:creationId xmlns:a16="http://schemas.microsoft.com/office/drawing/2014/main" id="{198059C8-6E25-44D7-A8B6-F8119093D01C}"/>
                </a:ext>
              </a:extLst>
            </p:cNvPr>
            <p:cNvSpPr/>
            <p:nvPr/>
          </p:nvSpPr>
          <p:spPr>
            <a:xfrm flipH="1">
              <a:off x="6780085" y="2629292"/>
              <a:ext cx="1290671" cy="781839"/>
            </a:xfrm>
            <a:custGeom>
              <a:avLst/>
              <a:gdLst/>
              <a:ahLst/>
              <a:cxnLst/>
              <a:rect l="l" t="t" r="r" b="b"/>
              <a:pathLst>
                <a:path w="33254" h="20144" extrusionOk="0">
                  <a:moveTo>
                    <a:pt x="29221" y="0"/>
                  </a:moveTo>
                  <a:cubicBezTo>
                    <a:pt x="29105" y="0"/>
                    <a:pt x="28988" y="26"/>
                    <a:pt x="28898" y="77"/>
                  </a:cubicBezTo>
                  <a:lnTo>
                    <a:pt x="324" y="16575"/>
                  </a:lnTo>
                  <a:cubicBezTo>
                    <a:pt x="143" y="16681"/>
                    <a:pt x="1" y="16929"/>
                    <a:pt x="1" y="17133"/>
                  </a:cubicBezTo>
                  <a:lnTo>
                    <a:pt x="1" y="17554"/>
                  </a:lnTo>
                  <a:cubicBezTo>
                    <a:pt x="1" y="17758"/>
                    <a:pt x="143" y="18010"/>
                    <a:pt x="324" y="18112"/>
                  </a:cubicBezTo>
                  <a:lnTo>
                    <a:pt x="3710" y="20068"/>
                  </a:lnTo>
                  <a:cubicBezTo>
                    <a:pt x="3798" y="20118"/>
                    <a:pt x="3914" y="20144"/>
                    <a:pt x="4031" y="20144"/>
                  </a:cubicBezTo>
                  <a:cubicBezTo>
                    <a:pt x="4147" y="20144"/>
                    <a:pt x="4263" y="20118"/>
                    <a:pt x="4352" y="20068"/>
                  </a:cubicBezTo>
                  <a:lnTo>
                    <a:pt x="32931" y="3568"/>
                  </a:lnTo>
                  <a:cubicBezTo>
                    <a:pt x="33108" y="3466"/>
                    <a:pt x="33254" y="3214"/>
                    <a:pt x="33254" y="3010"/>
                  </a:cubicBezTo>
                  <a:lnTo>
                    <a:pt x="33254" y="2592"/>
                  </a:lnTo>
                  <a:cubicBezTo>
                    <a:pt x="33254" y="2385"/>
                    <a:pt x="33108" y="2137"/>
                    <a:pt x="32931" y="2031"/>
                  </a:cubicBezTo>
                  <a:lnTo>
                    <a:pt x="29544" y="77"/>
                  </a:lnTo>
                  <a:cubicBezTo>
                    <a:pt x="29454" y="26"/>
                    <a:pt x="29338" y="0"/>
                    <a:pt x="2922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438;p25">
              <a:extLst>
                <a:ext uri="{FF2B5EF4-FFF2-40B4-BE49-F238E27FC236}">
                  <a16:creationId xmlns:a16="http://schemas.microsoft.com/office/drawing/2014/main" id="{BD76ADF8-3179-F22E-08DC-52D758A31FBC}"/>
                </a:ext>
              </a:extLst>
            </p:cNvPr>
            <p:cNvSpPr/>
            <p:nvPr/>
          </p:nvSpPr>
          <p:spPr>
            <a:xfrm flipH="1">
              <a:off x="6785752" y="2689100"/>
              <a:ext cx="1278173" cy="676851"/>
            </a:xfrm>
            <a:custGeom>
              <a:avLst/>
              <a:gdLst/>
              <a:ahLst/>
              <a:cxnLst/>
              <a:rect l="l" t="t" r="r" b="b"/>
              <a:pathLst>
                <a:path w="32932" h="17439" extrusionOk="0">
                  <a:moveTo>
                    <a:pt x="766" y="14678"/>
                  </a:moveTo>
                  <a:lnTo>
                    <a:pt x="148" y="15034"/>
                  </a:lnTo>
                  <a:cubicBezTo>
                    <a:pt x="76" y="15075"/>
                    <a:pt x="32" y="15130"/>
                    <a:pt x="18" y="15181"/>
                  </a:cubicBezTo>
                  <a:cubicBezTo>
                    <a:pt x="1" y="15246"/>
                    <a:pt x="25" y="15310"/>
                    <a:pt x="82" y="15365"/>
                  </a:cubicBezTo>
                  <a:cubicBezTo>
                    <a:pt x="99" y="15378"/>
                    <a:pt x="123" y="15395"/>
                    <a:pt x="148" y="15409"/>
                  </a:cubicBezTo>
                  <a:lnTo>
                    <a:pt x="1347" y="16102"/>
                  </a:lnTo>
                  <a:cubicBezTo>
                    <a:pt x="1058" y="15925"/>
                    <a:pt x="813" y="15517"/>
                    <a:pt x="793" y="15184"/>
                  </a:cubicBezTo>
                  <a:lnTo>
                    <a:pt x="766" y="14678"/>
                  </a:lnTo>
                  <a:close/>
                  <a:moveTo>
                    <a:pt x="31904" y="0"/>
                  </a:moveTo>
                  <a:cubicBezTo>
                    <a:pt x="31813" y="171"/>
                    <a:pt x="31680" y="320"/>
                    <a:pt x="31531" y="405"/>
                  </a:cubicBezTo>
                  <a:lnTo>
                    <a:pt x="3384" y="16656"/>
                  </a:lnTo>
                  <a:cubicBezTo>
                    <a:pt x="3380" y="16656"/>
                    <a:pt x="3380" y="16660"/>
                    <a:pt x="3380" y="16660"/>
                  </a:cubicBezTo>
                  <a:lnTo>
                    <a:pt x="3377" y="16660"/>
                  </a:lnTo>
                  <a:cubicBezTo>
                    <a:pt x="3231" y="16744"/>
                    <a:pt x="3037" y="16785"/>
                    <a:pt x="2847" y="16785"/>
                  </a:cubicBezTo>
                  <a:cubicBezTo>
                    <a:pt x="2660" y="16785"/>
                    <a:pt x="2473" y="16744"/>
                    <a:pt x="2326" y="16666"/>
                  </a:cubicBezTo>
                  <a:lnTo>
                    <a:pt x="2326" y="16666"/>
                  </a:lnTo>
                  <a:lnTo>
                    <a:pt x="3534" y="17364"/>
                  </a:lnTo>
                  <a:cubicBezTo>
                    <a:pt x="3557" y="17377"/>
                    <a:pt x="3588" y="17391"/>
                    <a:pt x="3619" y="17400"/>
                  </a:cubicBezTo>
                  <a:cubicBezTo>
                    <a:pt x="3625" y="17405"/>
                    <a:pt x="3632" y="17408"/>
                    <a:pt x="3639" y="17408"/>
                  </a:cubicBezTo>
                  <a:cubicBezTo>
                    <a:pt x="3707" y="17428"/>
                    <a:pt x="3782" y="17438"/>
                    <a:pt x="3853" y="17438"/>
                  </a:cubicBezTo>
                  <a:cubicBezTo>
                    <a:pt x="3972" y="17438"/>
                    <a:pt x="4088" y="17414"/>
                    <a:pt x="4176" y="17364"/>
                  </a:cubicBezTo>
                  <a:lnTo>
                    <a:pt x="32755" y="864"/>
                  </a:lnTo>
                  <a:cubicBezTo>
                    <a:pt x="32932" y="762"/>
                    <a:pt x="32932" y="596"/>
                    <a:pt x="32755" y="490"/>
                  </a:cubicBezTo>
                  <a:lnTo>
                    <a:pt x="3190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439;p25">
              <a:extLst>
                <a:ext uri="{FF2B5EF4-FFF2-40B4-BE49-F238E27FC236}">
                  <a16:creationId xmlns:a16="http://schemas.microsoft.com/office/drawing/2014/main" id="{08837274-D40D-0FCA-0459-95DCDE798FCC}"/>
                </a:ext>
              </a:extLst>
            </p:cNvPr>
            <p:cNvSpPr/>
            <p:nvPr/>
          </p:nvSpPr>
          <p:spPr>
            <a:xfrm flipH="1">
              <a:off x="7914384" y="3408126"/>
              <a:ext cx="12420" cy="3066"/>
            </a:xfrm>
            <a:custGeom>
              <a:avLst/>
              <a:gdLst/>
              <a:ahLst/>
              <a:cxnLst/>
              <a:rect l="l" t="t" r="r" b="b"/>
              <a:pathLst>
                <a:path w="320" h="79" extrusionOk="0">
                  <a:moveTo>
                    <a:pt x="1" y="1"/>
                  </a:moveTo>
                  <a:lnTo>
                    <a:pt x="1" y="1"/>
                  </a:lnTo>
                  <a:cubicBezTo>
                    <a:pt x="86" y="51"/>
                    <a:pt x="205" y="78"/>
                    <a:pt x="320" y="78"/>
                  </a:cubicBezTo>
                  <a:cubicBezTo>
                    <a:pt x="205" y="78"/>
                    <a:pt x="89" y="51"/>
                    <a:pt x="1" y="1"/>
                  </a:cubicBezTo>
                  <a:close/>
                </a:path>
              </a:pathLst>
            </a:custGeom>
            <a:solidFill>
              <a:srgbClr val="E5E5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440;p25">
              <a:extLst>
                <a:ext uri="{FF2B5EF4-FFF2-40B4-BE49-F238E27FC236}">
                  <a16:creationId xmlns:a16="http://schemas.microsoft.com/office/drawing/2014/main" id="{F643E582-F9DB-E74D-D690-1032261158FA}"/>
                </a:ext>
              </a:extLst>
            </p:cNvPr>
            <p:cNvSpPr/>
            <p:nvPr/>
          </p:nvSpPr>
          <p:spPr>
            <a:xfrm flipH="1">
              <a:off x="7914381" y="3274458"/>
              <a:ext cx="156376" cy="136736"/>
            </a:xfrm>
            <a:custGeom>
              <a:avLst/>
              <a:gdLst/>
              <a:ahLst/>
              <a:cxnLst/>
              <a:rect l="l" t="t" r="r" b="b"/>
              <a:pathLst>
                <a:path w="4029" h="3523" extrusionOk="0">
                  <a:moveTo>
                    <a:pt x="258" y="0"/>
                  </a:moveTo>
                  <a:cubicBezTo>
                    <a:pt x="109" y="119"/>
                    <a:pt x="1" y="333"/>
                    <a:pt x="1" y="514"/>
                  </a:cubicBezTo>
                  <a:lnTo>
                    <a:pt x="1" y="931"/>
                  </a:lnTo>
                  <a:cubicBezTo>
                    <a:pt x="1" y="1122"/>
                    <a:pt x="126" y="1350"/>
                    <a:pt x="286" y="1466"/>
                  </a:cubicBezTo>
                  <a:cubicBezTo>
                    <a:pt x="296" y="1476"/>
                    <a:pt x="310" y="1482"/>
                    <a:pt x="324" y="1489"/>
                  </a:cubicBezTo>
                  <a:lnTo>
                    <a:pt x="3710" y="3445"/>
                  </a:lnTo>
                  <a:cubicBezTo>
                    <a:pt x="3798" y="3495"/>
                    <a:pt x="3914" y="3522"/>
                    <a:pt x="4029" y="3522"/>
                  </a:cubicBezTo>
                  <a:lnTo>
                    <a:pt x="4029" y="2359"/>
                  </a:lnTo>
                  <a:cubicBezTo>
                    <a:pt x="3958" y="2359"/>
                    <a:pt x="3883" y="2346"/>
                    <a:pt x="3815" y="2326"/>
                  </a:cubicBezTo>
                  <a:cubicBezTo>
                    <a:pt x="3808" y="2326"/>
                    <a:pt x="3801" y="2323"/>
                    <a:pt x="3795" y="2318"/>
                  </a:cubicBezTo>
                  <a:cubicBezTo>
                    <a:pt x="3764" y="2309"/>
                    <a:pt x="3737" y="2295"/>
                    <a:pt x="3710" y="2282"/>
                  </a:cubicBezTo>
                  <a:lnTo>
                    <a:pt x="2489" y="1578"/>
                  </a:lnTo>
                  <a:cubicBezTo>
                    <a:pt x="2489" y="1578"/>
                    <a:pt x="2486" y="1578"/>
                    <a:pt x="2486" y="1574"/>
                  </a:cubicBezTo>
                  <a:lnTo>
                    <a:pt x="1543" y="1030"/>
                  </a:lnTo>
                  <a:lnTo>
                    <a:pt x="1540" y="1030"/>
                  </a:lnTo>
                  <a:lnTo>
                    <a:pt x="324" y="327"/>
                  </a:lnTo>
                  <a:cubicBezTo>
                    <a:pt x="299" y="313"/>
                    <a:pt x="279" y="296"/>
                    <a:pt x="258" y="283"/>
                  </a:cubicBezTo>
                  <a:cubicBezTo>
                    <a:pt x="201" y="228"/>
                    <a:pt x="177" y="164"/>
                    <a:pt x="194" y="99"/>
                  </a:cubicBezTo>
                  <a:cubicBezTo>
                    <a:pt x="205" y="65"/>
                    <a:pt x="225" y="31"/>
                    <a:pt x="25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441;p25">
              <a:extLst>
                <a:ext uri="{FF2B5EF4-FFF2-40B4-BE49-F238E27FC236}">
                  <a16:creationId xmlns:a16="http://schemas.microsoft.com/office/drawing/2014/main" id="{063CDD77-D6FF-EA50-F4A4-0F2BF8D306B6}"/>
                </a:ext>
              </a:extLst>
            </p:cNvPr>
            <p:cNvSpPr/>
            <p:nvPr/>
          </p:nvSpPr>
          <p:spPr>
            <a:xfrm flipH="1">
              <a:off x="7922648" y="3278301"/>
              <a:ext cx="141277" cy="86435"/>
            </a:xfrm>
            <a:custGeom>
              <a:avLst/>
              <a:gdLst/>
              <a:ahLst/>
              <a:cxnLst/>
              <a:rect l="l" t="t" r="r" b="b"/>
              <a:pathLst>
                <a:path w="3640" h="2227" extrusionOk="0">
                  <a:moveTo>
                    <a:pt x="3619" y="2219"/>
                  </a:moveTo>
                  <a:cubicBezTo>
                    <a:pt x="3625" y="2224"/>
                    <a:pt x="3632" y="2227"/>
                    <a:pt x="3639" y="2227"/>
                  </a:cubicBezTo>
                  <a:cubicBezTo>
                    <a:pt x="3632" y="2227"/>
                    <a:pt x="3625" y="2224"/>
                    <a:pt x="3619" y="2219"/>
                  </a:cubicBezTo>
                  <a:close/>
                  <a:moveTo>
                    <a:pt x="18" y="0"/>
                  </a:moveTo>
                  <a:cubicBezTo>
                    <a:pt x="1" y="65"/>
                    <a:pt x="25" y="129"/>
                    <a:pt x="82" y="184"/>
                  </a:cubicBezTo>
                  <a:cubicBezTo>
                    <a:pt x="25" y="129"/>
                    <a:pt x="1" y="65"/>
                    <a:pt x="18" y="0"/>
                  </a:cubicBezTo>
                  <a:close/>
                </a:path>
              </a:pathLst>
            </a:custGeom>
            <a:solidFill>
              <a:srgbClr val="70D3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442;p25">
              <a:extLst>
                <a:ext uri="{FF2B5EF4-FFF2-40B4-BE49-F238E27FC236}">
                  <a16:creationId xmlns:a16="http://schemas.microsoft.com/office/drawing/2014/main" id="{1DB7D9E7-5746-BA34-CE3E-46D2A8BA73BB}"/>
                </a:ext>
              </a:extLst>
            </p:cNvPr>
            <p:cNvSpPr/>
            <p:nvPr/>
          </p:nvSpPr>
          <p:spPr>
            <a:xfrm flipH="1">
              <a:off x="6819906" y="1299875"/>
              <a:ext cx="1289390" cy="2040800"/>
            </a:xfrm>
            <a:custGeom>
              <a:avLst/>
              <a:gdLst/>
              <a:ahLst/>
              <a:cxnLst/>
              <a:rect l="l" t="t" r="r" b="b"/>
              <a:pathLst>
                <a:path w="33221" h="52581" extrusionOk="0">
                  <a:moveTo>
                    <a:pt x="29207" y="1"/>
                  </a:moveTo>
                  <a:cubicBezTo>
                    <a:pt x="29013" y="1"/>
                    <a:pt x="28819" y="44"/>
                    <a:pt x="28671" y="131"/>
                  </a:cubicBezTo>
                  <a:lnTo>
                    <a:pt x="521" y="16382"/>
                  </a:lnTo>
                  <a:cubicBezTo>
                    <a:pt x="225" y="16552"/>
                    <a:pt x="1" y="16970"/>
                    <a:pt x="21" y="17310"/>
                  </a:cubicBezTo>
                  <a:lnTo>
                    <a:pt x="1962" y="50978"/>
                  </a:lnTo>
                  <a:cubicBezTo>
                    <a:pt x="1982" y="51322"/>
                    <a:pt x="2241" y="51736"/>
                    <a:pt x="2536" y="51906"/>
                  </a:cubicBezTo>
                  <a:lnTo>
                    <a:pt x="3479" y="52450"/>
                  </a:lnTo>
                  <a:cubicBezTo>
                    <a:pt x="3627" y="52537"/>
                    <a:pt x="3820" y="52580"/>
                    <a:pt x="4015" y="52580"/>
                  </a:cubicBezTo>
                  <a:cubicBezTo>
                    <a:pt x="4209" y="52580"/>
                    <a:pt x="4403" y="52537"/>
                    <a:pt x="4553" y="52450"/>
                  </a:cubicBezTo>
                  <a:lnTo>
                    <a:pt x="32700" y="36199"/>
                  </a:lnTo>
                  <a:cubicBezTo>
                    <a:pt x="32996" y="36029"/>
                    <a:pt x="33220" y="35611"/>
                    <a:pt x="33203" y="35271"/>
                  </a:cubicBezTo>
                  <a:lnTo>
                    <a:pt x="31258" y="1603"/>
                  </a:lnTo>
                  <a:cubicBezTo>
                    <a:pt x="31238" y="1259"/>
                    <a:pt x="30983" y="845"/>
                    <a:pt x="30687" y="675"/>
                  </a:cubicBezTo>
                  <a:lnTo>
                    <a:pt x="29742" y="131"/>
                  </a:lnTo>
                  <a:cubicBezTo>
                    <a:pt x="29594" y="44"/>
                    <a:pt x="29400" y="1"/>
                    <a:pt x="29207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443;p25">
              <a:extLst>
                <a:ext uri="{FF2B5EF4-FFF2-40B4-BE49-F238E27FC236}">
                  <a16:creationId xmlns:a16="http://schemas.microsoft.com/office/drawing/2014/main" id="{1DDC4A74-0B2B-C5DC-C153-40D11D565261}"/>
                </a:ext>
              </a:extLst>
            </p:cNvPr>
            <p:cNvSpPr/>
            <p:nvPr/>
          </p:nvSpPr>
          <p:spPr>
            <a:xfrm flipH="1">
              <a:off x="6896599" y="1299953"/>
              <a:ext cx="1206913" cy="696607"/>
            </a:xfrm>
            <a:custGeom>
              <a:avLst/>
              <a:gdLst/>
              <a:ahLst/>
              <a:cxnLst/>
              <a:rect l="l" t="t" r="r" b="b"/>
              <a:pathLst>
                <a:path w="31096" h="17948" extrusionOk="0">
                  <a:moveTo>
                    <a:pt x="29060" y="1"/>
                  </a:moveTo>
                  <a:cubicBezTo>
                    <a:pt x="28866" y="1"/>
                    <a:pt x="28671" y="43"/>
                    <a:pt x="28522" y="129"/>
                  </a:cubicBezTo>
                  <a:lnTo>
                    <a:pt x="372" y="16380"/>
                  </a:lnTo>
                  <a:cubicBezTo>
                    <a:pt x="225" y="16468"/>
                    <a:pt x="93" y="16614"/>
                    <a:pt x="1" y="16785"/>
                  </a:cubicBezTo>
                  <a:lnTo>
                    <a:pt x="2017" y="17947"/>
                  </a:lnTo>
                  <a:cubicBezTo>
                    <a:pt x="2106" y="17780"/>
                    <a:pt x="2238" y="17631"/>
                    <a:pt x="2387" y="17543"/>
                  </a:cubicBezTo>
                  <a:lnTo>
                    <a:pt x="30535" y="1291"/>
                  </a:lnTo>
                  <a:cubicBezTo>
                    <a:pt x="30622" y="1242"/>
                    <a:pt x="30706" y="1219"/>
                    <a:pt x="30781" y="1219"/>
                  </a:cubicBezTo>
                  <a:cubicBezTo>
                    <a:pt x="30938" y="1219"/>
                    <a:pt x="31057" y="1322"/>
                    <a:pt x="31096" y="1509"/>
                  </a:cubicBezTo>
                  <a:cubicBezTo>
                    <a:pt x="31045" y="1189"/>
                    <a:pt x="30810" y="833"/>
                    <a:pt x="30542" y="673"/>
                  </a:cubicBezTo>
                  <a:lnTo>
                    <a:pt x="29593" y="125"/>
                  </a:lnTo>
                  <a:cubicBezTo>
                    <a:pt x="29446" y="42"/>
                    <a:pt x="29253" y="1"/>
                    <a:pt x="29060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444;p25">
              <a:extLst>
                <a:ext uri="{FF2B5EF4-FFF2-40B4-BE49-F238E27FC236}">
                  <a16:creationId xmlns:a16="http://schemas.microsoft.com/office/drawing/2014/main" id="{A3739ACE-E804-D335-C54C-AFED2E8EA3AA}"/>
                </a:ext>
              </a:extLst>
            </p:cNvPr>
            <p:cNvSpPr/>
            <p:nvPr/>
          </p:nvSpPr>
          <p:spPr>
            <a:xfrm flipH="1">
              <a:off x="6819908" y="1347225"/>
              <a:ext cx="1211144" cy="1991275"/>
            </a:xfrm>
            <a:custGeom>
              <a:avLst/>
              <a:gdLst/>
              <a:ahLst/>
              <a:cxnLst/>
              <a:rect l="l" t="t" r="r" b="b"/>
              <a:pathLst>
                <a:path w="31205" h="51305" extrusionOk="0">
                  <a:moveTo>
                    <a:pt x="28915" y="0"/>
                  </a:moveTo>
                  <a:cubicBezTo>
                    <a:pt x="28840" y="0"/>
                    <a:pt x="28757" y="24"/>
                    <a:pt x="28671" y="73"/>
                  </a:cubicBezTo>
                  <a:lnTo>
                    <a:pt x="520" y="16325"/>
                  </a:lnTo>
                  <a:cubicBezTo>
                    <a:pt x="225" y="16494"/>
                    <a:pt x="1" y="16913"/>
                    <a:pt x="21" y="17252"/>
                  </a:cubicBezTo>
                  <a:lnTo>
                    <a:pt x="1962" y="50921"/>
                  </a:lnTo>
                  <a:cubicBezTo>
                    <a:pt x="1977" y="51164"/>
                    <a:pt x="2109" y="51305"/>
                    <a:pt x="2291" y="51305"/>
                  </a:cubicBezTo>
                  <a:cubicBezTo>
                    <a:pt x="2366" y="51305"/>
                    <a:pt x="2449" y="51281"/>
                    <a:pt x="2537" y="51230"/>
                  </a:cubicBezTo>
                  <a:lnTo>
                    <a:pt x="30684" y="34979"/>
                  </a:lnTo>
                  <a:cubicBezTo>
                    <a:pt x="30980" y="34809"/>
                    <a:pt x="31204" y="34391"/>
                    <a:pt x="31187" y="34051"/>
                  </a:cubicBezTo>
                  <a:lnTo>
                    <a:pt x="29242" y="383"/>
                  </a:lnTo>
                  <a:cubicBezTo>
                    <a:pt x="29228" y="139"/>
                    <a:pt x="29096" y="0"/>
                    <a:pt x="28915" y="0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445;p25">
              <a:extLst>
                <a:ext uri="{FF2B5EF4-FFF2-40B4-BE49-F238E27FC236}">
                  <a16:creationId xmlns:a16="http://schemas.microsoft.com/office/drawing/2014/main" id="{5BA24B3E-00D1-ED24-A42E-1ABD0F19A7CC}"/>
                </a:ext>
              </a:extLst>
            </p:cNvPr>
            <p:cNvSpPr/>
            <p:nvPr/>
          </p:nvSpPr>
          <p:spPr>
            <a:xfrm flipH="1">
              <a:off x="7210406" y="1431291"/>
              <a:ext cx="625735" cy="445762"/>
            </a:xfrm>
            <a:custGeom>
              <a:avLst/>
              <a:gdLst/>
              <a:ahLst/>
              <a:cxnLst/>
              <a:rect l="l" t="t" r="r" b="b"/>
              <a:pathLst>
                <a:path w="16122" h="11485" extrusionOk="0">
                  <a:moveTo>
                    <a:pt x="12092" y="0"/>
                  </a:moveTo>
                  <a:cubicBezTo>
                    <a:pt x="12010" y="0"/>
                    <a:pt x="11928" y="19"/>
                    <a:pt x="11866" y="56"/>
                  </a:cubicBezTo>
                  <a:lnTo>
                    <a:pt x="224" y="6774"/>
                  </a:lnTo>
                  <a:cubicBezTo>
                    <a:pt x="102" y="6849"/>
                    <a:pt x="0" y="7022"/>
                    <a:pt x="0" y="7165"/>
                  </a:cubicBezTo>
                  <a:lnTo>
                    <a:pt x="3" y="9232"/>
                  </a:lnTo>
                  <a:lnTo>
                    <a:pt x="1006" y="8651"/>
                  </a:lnTo>
                  <a:lnTo>
                    <a:pt x="3022" y="9814"/>
                  </a:lnTo>
                  <a:lnTo>
                    <a:pt x="3022" y="10718"/>
                  </a:lnTo>
                  <a:cubicBezTo>
                    <a:pt x="3022" y="10861"/>
                    <a:pt x="3124" y="11038"/>
                    <a:pt x="3250" y="11109"/>
                  </a:cubicBezTo>
                  <a:lnTo>
                    <a:pt x="3805" y="11428"/>
                  </a:lnTo>
                  <a:cubicBezTo>
                    <a:pt x="3868" y="11466"/>
                    <a:pt x="3949" y="11485"/>
                    <a:pt x="4031" y="11485"/>
                  </a:cubicBezTo>
                  <a:cubicBezTo>
                    <a:pt x="4112" y="11485"/>
                    <a:pt x="4194" y="11466"/>
                    <a:pt x="4257" y="11428"/>
                  </a:cubicBezTo>
                  <a:lnTo>
                    <a:pt x="15897" y="4711"/>
                  </a:lnTo>
                  <a:cubicBezTo>
                    <a:pt x="16024" y="4636"/>
                    <a:pt x="16122" y="4462"/>
                    <a:pt x="16122" y="4319"/>
                  </a:cubicBezTo>
                  <a:lnTo>
                    <a:pt x="16122" y="2511"/>
                  </a:lnTo>
                  <a:cubicBezTo>
                    <a:pt x="16122" y="2368"/>
                    <a:pt x="16020" y="2194"/>
                    <a:pt x="15897" y="2120"/>
                  </a:cubicBezTo>
                  <a:lnTo>
                    <a:pt x="12318" y="56"/>
                  </a:lnTo>
                  <a:cubicBezTo>
                    <a:pt x="12255" y="19"/>
                    <a:pt x="12173" y="0"/>
                    <a:pt x="1209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446;p25">
              <a:extLst>
                <a:ext uri="{FF2B5EF4-FFF2-40B4-BE49-F238E27FC236}">
                  <a16:creationId xmlns:a16="http://schemas.microsoft.com/office/drawing/2014/main" id="{EEA8213E-9859-B467-9F22-9C7061ED1A41}"/>
                </a:ext>
              </a:extLst>
            </p:cNvPr>
            <p:cNvSpPr/>
            <p:nvPr/>
          </p:nvSpPr>
          <p:spPr>
            <a:xfrm flipH="1">
              <a:off x="7210410" y="1514736"/>
              <a:ext cx="469243" cy="362276"/>
            </a:xfrm>
            <a:custGeom>
              <a:avLst/>
              <a:gdLst/>
              <a:ahLst/>
              <a:cxnLst/>
              <a:rect l="l" t="t" r="r" b="b"/>
              <a:pathLst>
                <a:path w="12090" h="9334" extrusionOk="0">
                  <a:moveTo>
                    <a:pt x="11903" y="0"/>
                  </a:moveTo>
                  <a:cubicBezTo>
                    <a:pt x="11988" y="68"/>
                    <a:pt x="11975" y="170"/>
                    <a:pt x="11865" y="231"/>
                  </a:cubicBezTo>
                  <a:lnTo>
                    <a:pt x="225" y="6953"/>
                  </a:lnTo>
                  <a:cubicBezTo>
                    <a:pt x="164" y="6987"/>
                    <a:pt x="82" y="7008"/>
                    <a:pt x="1" y="7008"/>
                  </a:cubicBezTo>
                  <a:lnTo>
                    <a:pt x="1" y="9333"/>
                  </a:lnTo>
                  <a:cubicBezTo>
                    <a:pt x="82" y="9333"/>
                    <a:pt x="160" y="9316"/>
                    <a:pt x="225" y="9282"/>
                  </a:cubicBezTo>
                  <a:lnTo>
                    <a:pt x="11865" y="2557"/>
                  </a:lnTo>
                  <a:cubicBezTo>
                    <a:pt x="11988" y="2486"/>
                    <a:pt x="12090" y="2312"/>
                    <a:pt x="12090" y="2169"/>
                  </a:cubicBezTo>
                  <a:lnTo>
                    <a:pt x="12090" y="361"/>
                  </a:lnTo>
                  <a:cubicBezTo>
                    <a:pt x="12090" y="235"/>
                    <a:pt x="12012" y="82"/>
                    <a:pt x="1190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447;p25">
              <a:extLst>
                <a:ext uri="{FF2B5EF4-FFF2-40B4-BE49-F238E27FC236}">
                  <a16:creationId xmlns:a16="http://schemas.microsoft.com/office/drawing/2014/main" id="{3ADC1D42-D8C6-89E2-67F9-F67F7ABB3420}"/>
                </a:ext>
              </a:extLst>
            </p:cNvPr>
            <p:cNvSpPr/>
            <p:nvPr/>
          </p:nvSpPr>
          <p:spPr>
            <a:xfrm flipH="1">
              <a:off x="7214365" y="1431291"/>
              <a:ext cx="617817" cy="355406"/>
            </a:xfrm>
            <a:custGeom>
              <a:avLst/>
              <a:gdLst/>
              <a:ahLst/>
              <a:cxnLst/>
              <a:rect l="l" t="t" r="r" b="b"/>
              <a:pathLst>
                <a:path w="15918" h="9157" extrusionOk="0">
                  <a:moveTo>
                    <a:pt x="11990" y="0"/>
                  </a:moveTo>
                  <a:cubicBezTo>
                    <a:pt x="11908" y="0"/>
                    <a:pt x="11826" y="19"/>
                    <a:pt x="11764" y="56"/>
                  </a:cubicBezTo>
                  <a:lnTo>
                    <a:pt x="122" y="6774"/>
                  </a:lnTo>
                  <a:cubicBezTo>
                    <a:pt x="0" y="6849"/>
                    <a:pt x="0" y="6964"/>
                    <a:pt x="122" y="7036"/>
                  </a:cubicBezTo>
                  <a:lnTo>
                    <a:pt x="3703" y="9103"/>
                  </a:lnTo>
                  <a:cubicBezTo>
                    <a:pt x="3766" y="9138"/>
                    <a:pt x="3847" y="9156"/>
                    <a:pt x="3929" y="9156"/>
                  </a:cubicBezTo>
                  <a:cubicBezTo>
                    <a:pt x="4010" y="9156"/>
                    <a:pt x="4092" y="9138"/>
                    <a:pt x="4155" y="9103"/>
                  </a:cubicBezTo>
                  <a:lnTo>
                    <a:pt x="15795" y="2381"/>
                  </a:lnTo>
                  <a:cubicBezTo>
                    <a:pt x="15918" y="2310"/>
                    <a:pt x="15918" y="2194"/>
                    <a:pt x="15795" y="2120"/>
                  </a:cubicBezTo>
                  <a:lnTo>
                    <a:pt x="12216" y="56"/>
                  </a:lnTo>
                  <a:cubicBezTo>
                    <a:pt x="12153" y="19"/>
                    <a:pt x="12071" y="0"/>
                    <a:pt x="1199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448;p25">
              <a:extLst>
                <a:ext uri="{FF2B5EF4-FFF2-40B4-BE49-F238E27FC236}">
                  <a16:creationId xmlns:a16="http://schemas.microsoft.com/office/drawing/2014/main" id="{36C6269A-CD67-C73F-7A55-21F435A98ED6}"/>
                </a:ext>
              </a:extLst>
            </p:cNvPr>
            <p:cNvSpPr/>
            <p:nvPr/>
          </p:nvSpPr>
          <p:spPr>
            <a:xfrm flipH="1">
              <a:off x="7593716" y="1994721"/>
              <a:ext cx="308831" cy="379043"/>
            </a:xfrm>
            <a:custGeom>
              <a:avLst/>
              <a:gdLst/>
              <a:ahLst/>
              <a:cxnLst/>
              <a:rect l="l" t="t" r="r" b="b"/>
              <a:pathLst>
                <a:path w="7957" h="9766" extrusionOk="0">
                  <a:moveTo>
                    <a:pt x="5495" y="1"/>
                  </a:moveTo>
                  <a:cubicBezTo>
                    <a:pt x="4955" y="1"/>
                    <a:pt x="4354" y="172"/>
                    <a:pt x="3727" y="532"/>
                  </a:cubicBezTo>
                  <a:cubicBezTo>
                    <a:pt x="1609" y="1756"/>
                    <a:pt x="1" y="4697"/>
                    <a:pt x="140" y="7097"/>
                  </a:cubicBezTo>
                  <a:cubicBezTo>
                    <a:pt x="239" y="8791"/>
                    <a:pt x="1176" y="9765"/>
                    <a:pt x="2463" y="9765"/>
                  </a:cubicBezTo>
                  <a:cubicBezTo>
                    <a:pt x="3003" y="9765"/>
                    <a:pt x="3604" y="9594"/>
                    <a:pt x="4231" y="9232"/>
                  </a:cubicBezTo>
                  <a:cubicBezTo>
                    <a:pt x="6348" y="8008"/>
                    <a:pt x="7956" y="5068"/>
                    <a:pt x="7817" y="2667"/>
                  </a:cubicBezTo>
                  <a:cubicBezTo>
                    <a:pt x="7719" y="973"/>
                    <a:pt x="6782" y="1"/>
                    <a:pt x="549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449;p25">
              <a:extLst>
                <a:ext uri="{FF2B5EF4-FFF2-40B4-BE49-F238E27FC236}">
                  <a16:creationId xmlns:a16="http://schemas.microsoft.com/office/drawing/2014/main" id="{1C38497A-0611-EE79-E771-FBC10E51B831}"/>
                </a:ext>
              </a:extLst>
            </p:cNvPr>
            <p:cNvSpPr/>
            <p:nvPr/>
          </p:nvSpPr>
          <p:spPr>
            <a:xfrm flipH="1">
              <a:off x="7652676" y="1994759"/>
              <a:ext cx="105221" cy="189560"/>
            </a:xfrm>
            <a:custGeom>
              <a:avLst/>
              <a:gdLst/>
              <a:ahLst/>
              <a:cxnLst/>
              <a:rect l="l" t="t" r="r" b="b"/>
              <a:pathLst>
                <a:path w="2711" h="4884" extrusionOk="0">
                  <a:moveTo>
                    <a:pt x="1768" y="0"/>
                  </a:moveTo>
                  <a:cubicBezTo>
                    <a:pt x="1227" y="0"/>
                    <a:pt x="626" y="171"/>
                    <a:pt x="0" y="535"/>
                  </a:cubicBezTo>
                  <a:lnTo>
                    <a:pt x="252" y="4883"/>
                  </a:lnTo>
                  <a:lnTo>
                    <a:pt x="2710" y="204"/>
                  </a:lnTo>
                  <a:cubicBezTo>
                    <a:pt x="2428" y="69"/>
                    <a:pt x="2108" y="0"/>
                    <a:pt x="1768" y="0"/>
                  </a:cubicBezTo>
                  <a:close/>
                </a:path>
              </a:pathLst>
            </a:custGeom>
            <a:solidFill>
              <a:srgbClr val="23C7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450;p25">
              <a:extLst>
                <a:ext uri="{FF2B5EF4-FFF2-40B4-BE49-F238E27FC236}">
                  <a16:creationId xmlns:a16="http://schemas.microsoft.com/office/drawing/2014/main" id="{3D49AC13-4161-8D36-3CE4-DBA67BA3D5CE}"/>
                </a:ext>
              </a:extLst>
            </p:cNvPr>
            <p:cNvSpPr/>
            <p:nvPr/>
          </p:nvSpPr>
          <p:spPr>
            <a:xfrm flipH="1">
              <a:off x="7597062" y="2021695"/>
              <a:ext cx="30080" cy="192937"/>
            </a:xfrm>
            <a:custGeom>
              <a:avLst/>
              <a:gdLst/>
              <a:ahLst/>
              <a:cxnLst/>
              <a:rect l="l" t="t" r="r" b="b"/>
              <a:pathLst>
                <a:path w="775" h="4971" extrusionOk="0">
                  <a:moveTo>
                    <a:pt x="0" y="0"/>
                  </a:moveTo>
                  <a:lnTo>
                    <a:pt x="0" y="0"/>
                  </a:lnTo>
                  <a:cubicBezTo>
                    <a:pt x="412" y="456"/>
                    <a:pt x="674" y="1122"/>
                    <a:pt x="721" y="1972"/>
                  </a:cubicBezTo>
                  <a:cubicBezTo>
                    <a:pt x="674" y="1122"/>
                    <a:pt x="412" y="453"/>
                    <a:pt x="0" y="0"/>
                  </a:cubicBezTo>
                  <a:close/>
                  <a:moveTo>
                    <a:pt x="721" y="1976"/>
                  </a:moveTo>
                  <a:cubicBezTo>
                    <a:pt x="775" y="2937"/>
                    <a:pt x="551" y="3983"/>
                    <a:pt x="129" y="4971"/>
                  </a:cubicBezTo>
                  <a:cubicBezTo>
                    <a:pt x="554" y="3983"/>
                    <a:pt x="775" y="2937"/>
                    <a:pt x="721" y="1976"/>
                  </a:cubicBezTo>
                  <a:close/>
                </a:path>
              </a:pathLst>
            </a:custGeom>
            <a:solidFill>
              <a:srgbClr val="C0C0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451;p25">
              <a:extLst>
                <a:ext uri="{FF2B5EF4-FFF2-40B4-BE49-F238E27FC236}">
                  <a16:creationId xmlns:a16="http://schemas.microsoft.com/office/drawing/2014/main" id="{D9C602DE-2366-A8FC-E6BF-1D43C455D3F7}"/>
                </a:ext>
              </a:extLst>
            </p:cNvPr>
            <p:cNvSpPr/>
            <p:nvPr/>
          </p:nvSpPr>
          <p:spPr>
            <a:xfrm flipH="1">
              <a:off x="7597020" y="2002677"/>
              <a:ext cx="151136" cy="211955"/>
            </a:xfrm>
            <a:custGeom>
              <a:avLst/>
              <a:gdLst/>
              <a:ahLst/>
              <a:cxnLst/>
              <a:rect l="l" t="t" r="r" b="b"/>
              <a:pathLst>
                <a:path w="3894" h="5461" extrusionOk="0">
                  <a:moveTo>
                    <a:pt x="2459" y="0"/>
                  </a:moveTo>
                  <a:lnTo>
                    <a:pt x="1" y="4679"/>
                  </a:lnTo>
                  <a:lnTo>
                    <a:pt x="3247" y="5461"/>
                  </a:lnTo>
                  <a:cubicBezTo>
                    <a:pt x="3669" y="4472"/>
                    <a:pt x="3894" y="3424"/>
                    <a:pt x="3839" y="2462"/>
                  </a:cubicBezTo>
                  <a:cubicBezTo>
                    <a:pt x="3792" y="1612"/>
                    <a:pt x="3530" y="946"/>
                    <a:pt x="3118" y="490"/>
                  </a:cubicBezTo>
                  <a:cubicBezTo>
                    <a:pt x="2932" y="280"/>
                    <a:pt x="2707" y="116"/>
                    <a:pt x="245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452;p25">
              <a:extLst>
                <a:ext uri="{FF2B5EF4-FFF2-40B4-BE49-F238E27FC236}">
                  <a16:creationId xmlns:a16="http://schemas.microsoft.com/office/drawing/2014/main" id="{B443532C-9D40-2050-D8FA-8B3A4941CAFB}"/>
                </a:ext>
              </a:extLst>
            </p:cNvPr>
            <p:cNvSpPr/>
            <p:nvPr/>
          </p:nvSpPr>
          <p:spPr>
            <a:xfrm flipH="1">
              <a:off x="6992948" y="1670992"/>
              <a:ext cx="532430" cy="338988"/>
            </a:xfrm>
            <a:custGeom>
              <a:avLst/>
              <a:gdLst/>
              <a:ahLst/>
              <a:cxnLst/>
              <a:rect l="l" t="t" r="r" b="b"/>
              <a:pathLst>
                <a:path w="13718" h="8734" extrusionOk="0">
                  <a:moveTo>
                    <a:pt x="13487" y="0"/>
                  </a:moveTo>
                  <a:cubicBezTo>
                    <a:pt x="13442" y="0"/>
                    <a:pt x="13392" y="15"/>
                    <a:pt x="13341" y="44"/>
                  </a:cubicBezTo>
                  <a:lnTo>
                    <a:pt x="313" y="7564"/>
                  </a:lnTo>
                  <a:cubicBezTo>
                    <a:pt x="135" y="7666"/>
                    <a:pt x="0" y="7914"/>
                    <a:pt x="13" y="8122"/>
                  </a:cubicBezTo>
                  <a:lnTo>
                    <a:pt x="33" y="8502"/>
                  </a:lnTo>
                  <a:cubicBezTo>
                    <a:pt x="41" y="8649"/>
                    <a:pt x="120" y="8733"/>
                    <a:pt x="229" y="8733"/>
                  </a:cubicBezTo>
                  <a:cubicBezTo>
                    <a:pt x="274" y="8733"/>
                    <a:pt x="324" y="8719"/>
                    <a:pt x="377" y="8689"/>
                  </a:cubicBezTo>
                  <a:cubicBezTo>
                    <a:pt x="2233" y="7619"/>
                    <a:pt x="11546" y="2243"/>
                    <a:pt x="13402" y="1169"/>
                  </a:cubicBezTo>
                  <a:cubicBezTo>
                    <a:pt x="13582" y="1067"/>
                    <a:pt x="13718" y="819"/>
                    <a:pt x="13704" y="611"/>
                  </a:cubicBezTo>
                  <a:lnTo>
                    <a:pt x="13684" y="231"/>
                  </a:lnTo>
                  <a:cubicBezTo>
                    <a:pt x="13677" y="84"/>
                    <a:pt x="13596" y="0"/>
                    <a:pt x="134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453;p25">
              <a:extLst>
                <a:ext uri="{FF2B5EF4-FFF2-40B4-BE49-F238E27FC236}">
                  <a16:creationId xmlns:a16="http://schemas.microsoft.com/office/drawing/2014/main" id="{C2FE13B0-5E3E-5110-B81D-2C4A68FD06DD}"/>
                </a:ext>
              </a:extLst>
            </p:cNvPr>
            <p:cNvSpPr/>
            <p:nvPr/>
          </p:nvSpPr>
          <p:spPr>
            <a:xfrm flipH="1">
              <a:off x="7483150" y="2064349"/>
              <a:ext cx="36212" cy="56162"/>
            </a:xfrm>
            <a:custGeom>
              <a:avLst/>
              <a:gdLst/>
              <a:ahLst/>
              <a:cxnLst/>
              <a:rect l="l" t="t" r="r" b="b"/>
              <a:pathLst>
                <a:path w="933" h="1447" extrusionOk="0">
                  <a:moveTo>
                    <a:pt x="758" y="1"/>
                  </a:moveTo>
                  <a:cubicBezTo>
                    <a:pt x="729" y="1"/>
                    <a:pt x="695" y="10"/>
                    <a:pt x="661" y="30"/>
                  </a:cubicBezTo>
                  <a:lnTo>
                    <a:pt x="208" y="292"/>
                  </a:lnTo>
                  <a:cubicBezTo>
                    <a:pt x="90" y="360"/>
                    <a:pt x="1" y="526"/>
                    <a:pt x="8" y="663"/>
                  </a:cubicBezTo>
                  <a:lnTo>
                    <a:pt x="42" y="1295"/>
                  </a:lnTo>
                  <a:cubicBezTo>
                    <a:pt x="47" y="1391"/>
                    <a:pt x="100" y="1446"/>
                    <a:pt x="172" y="1446"/>
                  </a:cubicBezTo>
                  <a:cubicBezTo>
                    <a:pt x="202" y="1446"/>
                    <a:pt x="235" y="1437"/>
                    <a:pt x="269" y="1417"/>
                  </a:cubicBezTo>
                  <a:lnTo>
                    <a:pt x="725" y="1156"/>
                  </a:lnTo>
                  <a:cubicBezTo>
                    <a:pt x="845" y="1088"/>
                    <a:pt x="933" y="921"/>
                    <a:pt x="926" y="785"/>
                  </a:cubicBezTo>
                  <a:lnTo>
                    <a:pt x="889" y="156"/>
                  </a:lnTo>
                  <a:cubicBezTo>
                    <a:pt x="883" y="57"/>
                    <a:pt x="831" y="1"/>
                    <a:pt x="75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1454;p25">
              <a:extLst>
                <a:ext uri="{FF2B5EF4-FFF2-40B4-BE49-F238E27FC236}">
                  <a16:creationId xmlns:a16="http://schemas.microsoft.com/office/drawing/2014/main" id="{F8B9CC17-6D49-3CAE-8BBB-805F5D38D966}"/>
                </a:ext>
              </a:extLst>
            </p:cNvPr>
            <p:cNvSpPr/>
            <p:nvPr/>
          </p:nvSpPr>
          <p:spPr>
            <a:xfrm flipH="1">
              <a:off x="6986857" y="1779704"/>
              <a:ext cx="458065" cy="296062"/>
            </a:xfrm>
            <a:custGeom>
              <a:avLst/>
              <a:gdLst/>
              <a:ahLst/>
              <a:cxnLst/>
              <a:rect l="l" t="t" r="r" b="b"/>
              <a:pathLst>
                <a:path w="11802" h="7628" extrusionOk="0">
                  <a:moveTo>
                    <a:pt x="11569" y="1"/>
                  </a:moveTo>
                  <a:cubicBezTo>
                    <a:pt x="11525" y="1"/>
                    <a:pt x="11475" y="15"/>
                    <a:pt x="11424" y="44"/>
                  </a:cubicBezTo>
                  <a:lnTo>
                    <a:pt x="314" y="6456"/>
                  </a:lnTo>
                  <a:cubicBezTo>
                    <a:pt x="137" y="6558"/>
                    <a:pt x="0" y="6810"/>
                    <a:pt x="11" y="7014"/>
                  </a:cubicBezTo>
                  <a:lnTo>
                    <a:pt x="31" y="7398"/>
                  </a:lnTo>
                  <a:cubicBezTo>
                    <a:pt x="41" y="7542"/>
                    <a:pt x="120" y="7627"/>
                    <a:pt x="228" y="7627"/>
                  </a:cubicBezTo>
                  <a:cubicBezTo>
                    <a:pt x="273" y="7627"/>
                    <a:pt x="323" y="7612"/>
                    <a:pt x="375" y="7581"/>
                  </a:cubicBezTo>
                  <a:lnTo>
                    <a:pt x="11488" y="1170"/>
                  </a:lnTo>
                  <a:cubicBezTo>
                    <a:pt x="11665" y="1068"/>
                    <a:pt x="11801" y="820"/>
                    <a:pt x="11788" y="612"/>
                  </a:cubicBezTo>
                  <a:lnTo>
                    <a:pt x="11767" y="231"/>
                  </a:lnTo>
                  <a:cubicBezTo>
                    <a:pt x="11757" y="84"/>
                    <a:pt x="11678" y="1"/>
                    <a:pt x="115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455;p25">
              <a:extLst>
                <a:ext uri="{FF2B5EF4-FFF2-40B4-BE49-F238E27FC236}">
                  <a16:creationId xmlns:a16="http://schemas.microsoft.com/office/drawing/2014/main" id="{903B85F6-2E7A-AE0A-3315-E9DF7D3B374B}"/>
                </a:ext>
              </a:extLst>
            </p:cNvPr>
            <p:cNvSpPr/>
            <p:nvPr/>
          </p:nvSpPr>
          <p:spPr>
            <a:xfrm flipH="1">
              <a:off x="7478260" y="2174031"/>
              <a:ext cx="36212" cy="56123"/>
            </a:xfrm>
            <a:custGeom>
              <a:avLst/>
              <a:gdLst/>
              <a:ahLst/>
              <a:cxnLst/>
              <a:rect l="l" t="t" r="r" b="b"/>
              <a:pathLst>
                <a:path w="933" h="1446" extrusionOk="0">
                  <a:moveTo>
                    <a:pt x="758" y="0"/>
                  </a:moveTo>
                  <a:cubicBezTo>
                    <a:pt x="728" y="0"/>
                    <a:pt x="695" y="10"/>
                    <a:pt x="661" y="29"/>
                  </a:cubicBezTo>
                  <a:lnTo>
                    <a:pt x="209" y="291"/>
                  </a:lnTo>
                  <a:cubicBezTo>
                    <a:pt x="89" y="359"/>
                    <a:pt x="1" y="526"/>
                    <a:pt x="8" y="662"/>
                  </a:cubicBezTo>
                  <a:lnTo>
                    <a:pt x="41" y="1294"/>
                  </a:lnTo>
                  <a:cubicBezTo>
                    <a:pt x="47" y="1390"/>
                    <a:pt x="101" y="1446"/>
                    <a:pt x="173" y="1446"/>
                  </a:cubicBezTo>
                  <a:cubicBezTo>
                    <a:pt x="203" y="1446"/>
                    <a:pt x="236" y="1436"/>
                    <a:pt x="270" y="1416"/>
                  </a:cubicBezTo>
                  <a:lnTo>
                    <a:pt x="722" y="1158"/>
                  </a:lnTo>
                  <a:cubicBezTo>
                    <a:pt x="841" y="1087"/>
                    <a:pt x="932" y="920"/>
                    <a:pt x="923" y="784"/>
                  </a:cubicBezTo>
                  <a:lnTo>
                    <a:pt x="888" y="155"/>
                  </a:lnTo>
                  <a:cubicBezTo>
                    <a:pt x="884" y="56"/>
                    <a:pt x="831" y="0"/>
                    <a:pt x="758" y="0"/>
                  </a:cubicBezTo>
                  <a:close/>
                </a:path>
              </a:pathLst>
            </a:custGeom>
            <a:solidFill>
              <a:srgbClr val="27DE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456;p25">
              <a:extLst>
                <a:ext uri="{FF2B5EF4-FFF2-40B4-BE49-F238E27FC236}">
                  <a16:creationId xmlns:a16="http://schemas.microsoft.com/office/drawing/2014/main" id="{B592AF70-D930-A9B8-1793-F5FB945D8137}"/>
                </a:ext>
              </a:extLst>
            </p:cNvPr>
            <p:cNvSpPr/>
            <p:nvPr/>
          </p:nvSpPr>
          <p:spPr>
            <a:xfrm flipH="1">
              <a:off x="7478648" y="2174108"/>
              <a:ext cx="35552" cy="56123"/>
            </a:xfrm>
            <a:custGeom>
              <a:avLst/>
              <a:gdLst/>
              <a:ahLst/>
              <a:cxnLst/>
              <a:rect l="l" t="t" r="r" b="b"/>
              <a:pathLst>
                <a:path w="916" h="1446" extrusionOk="0">
                  <a:moveTo>
                    <a:pt x="752" y="0"/>
                  </a:moveTo>
                  <a:cubicBezTo>
                    <a:pt x="721" y="0"/>
                    <a:pt x="687" y="7"/>
                    <a:pt x="654" y="27"/>
                  </a:cubicBezTo>
                  <a:lnTo>
                    <a:pt x="202" y="289"/>
                  </a:lnTo>
                  <a:cubicBezTo>
                    <a:pt x="89" y="354"/>
                    <a:pt x="1" y="510"/>
                    <a:pt x="1" y="646"/>
                  </a:cubicBezTo>
                  <a:lnTo>
                    <a:pt x="1" y="660"/>
                  </a:lnTo>
                  <a:lnTo>
                    <a:pt x="34" y="1292"/>
                  </a:lnTo>
                  <a:cubicBezTo>
                    <a:pt x="42" y="1387"/>
                    <a:pt x="92" y="1445"/>
                    <a:pt x="167" y="1445"/>
                  </a:cubicBezTo>
                  <a:cubicBezTo>
                    <a:pt x="198" y="1445"/>
                    <a:pt x="229" y="1435"/>
                    <a:pt x="263" y="1414"/>
                  </a:cubicBezTo>
                  <a:lnTo>
                    <a:pt x="715" y="1156"/>
                  </a:lnTo>
                  <a:cubicBezTo>
                    <a:pt x="830" y="1088"/>
                    <a:pt x="916" y="932"/>
                    <a:pt x="916" y="799"/>
                  </a:cubicBezTo>
                  <a:lnTo>
                    <a:pt x="916" y="782"/>
                  </a:lnTo>
                  <a:lnTo>
                    <a:pt x="881" y="153"/>
                  </a:lnTo>
                  <a:cubicBezTo>
                    <a:pt x="878" y="55"/>
                    <a:pt x="823" y="0"/>
                    <a:pt x="75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1457;p25">
              <a:extLst>
                <a:ext uri="{FF2B5EF4-FFF2-40B4-BE49-F238E27FC236}">
                  <a16:creationId xmlns:a16="http://schemas.microsoft.com/office/drawing/2014/main" id="{6B97FB1E-C283-9CAD-DD2E-DF227CDD70EA}"/>
                </a:ext>
              </a:extLst>
            </p:cNvPr>
            <p:cNvSpPr/>
            <p:nvPr/>
          </p:nvSpPr>
          <p:spPr>
            <a:xfrm flipH="1">
              <a:off x="6981966" y="1889386"/>
              <a:ext cx="458220" cy="296101"/>
            </a:xfrm>
            <a:custGeom>
              <a:avLst/>
              <a:gdLst/>
              <a:ahLst/>
              <a:cxnLst/>
              <a:rect l="l" t="t" r="r" b="b"/>
              <a:pathLst>
                <a:path w="11806" h="7629" extrusionOk="0">
                  <a:moveTo>
                    <a:pt x="11575" y="0"/>
                  </a:moveTo>
                  <a:cubicBezTo>
                    <a:pt x="11531" y="0"/>
                    <a:pt x="11482" y="14"/>
                    <a:pt x="11431" y="43"/>
                  </a:cubicBezTo>
                  <a:lnTo>
                    <a:pt x="314" y="6459"/>
                  </a:lnTo>
                  <a:cubicBezTo>
                    <a:pt x="137" y="6561"/>
                    <a:pt x="1" y="6812"/>
                    <a:pt x="15" y="7016"/>
                  </a:cubicBezTo>
                  <a:lnTo>
                    <a:pt x="35" y="7401"/>
                  </a:lnTo>
                  <a:cubicBezTo>
                    <a:pt x="42" y="7545"/>
                    <a:pt x="121" y="7628"/>
                    <a:pt x="230" y="7628"/>
                  </a:cubicBezTo>
                  <a:cubicBezTo>
                    <a:pt x="276" y="7628"/>
                    <a:pt x="326" y="7614"/>
                    <a:pt x="379" y="7584"/>
                  </a:cubicBezTo>
                  <a:lnTo>
                    <a:pt x="11493" y="1173"/>
                  </a:lnTo>
                  <a:cubicBezTo>
                    <a:pt x="11669" y="1067"/>
                    <a:pt x="11805" y="818"/>
                    <a:pt x="11795" y="614"/>
                  </a:cubicBezTo>
                  <a:lnTo>
                    <a:pt x="11771" y="231"/>
                  </a:lnTo>
                  <a:cubicBezTo>
                    <a:pt x="11764" y="85"/>
                    <a:pt x="11684" y="0"/>
                    <a:pt x="115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1458;p25">
              <a:extLst>
                <a:ext uri="{FF2B5EF4-FFF2-40B4-BE49-F238E27FC236}">
                  <a16:creationId xmlns:a16="http://schemas.microsoft.com/office/drawing/2014/main" id="{C3C040E5-CC6F-089B-7D1C-4BA43E4A6CE5}"/>
                </a:ext>
              </a:extLst>
            </p:cNvPr>
            <p:cNvSpPr/>
            <p:nvPr/>
          </p:nvSpPr>
          <p:spPr>
            <a:xfrm flipH="1">
              <a:off x="7473408" y="2284683"/>
              <a:ext cx="36329" cy="56045"/>
            </a:xfrm>
            <a:custGeom>
              <a:avLst/>
              <a:gdLst/>
              <a:ahLst/>
              <a:cxnLst/>
              <a:rect l="l" t="t" r="r" b="b"/>
              <a:pathLst>
                <a:path w="936" h="1444" extrusionOk="0">
                  <a:moveTo>
                    <a:pt x="760" y="0"/>
                  </a:moveTo>
                  <a:cubicBezTo>
                    <a:pt x="729" y="0"/>
                    <a:pt x="696" y="10"/>
                    <a:pt x="661" y="31"/>
                  </a:cubicBezTo>
                  <a:lnTo>
                    <a:pt x="209" y="293"/>
                  </a:lnTo>
                  <a:cubicBezTo>
                    <a:pt x="90" y="360"/>
                    <a:pt x="1" y="527"/>
                    <a:pt x="8" y="663"/>
                  </a:cubicBezTo>
                  <a:lnTo>
                    <a:pt x="42" y="1292"/>
                  </a:lnTo>
                  <a:cubicBezTo>
                    <a:pt x="47" y="1389"/>
                    <a:pt x="100" y="1444"/>
                    <a:pt x="172" y="1444"/>
                  </a:cubicBezTo>
                  <a:cubicBezTo>
                    <a:pt x="202" y="1444"/>
                    <a:pt x="235" y="1434"/>
                    <a:pt x="270" y="1415"/>
                  </a:cubicBezTo>
                  <a:lnTo>
                    <a:pt x="725" y="1153"/>
                  </a:lnTo>
                  <a:cubicBezTo>
                    <a:pt x="845" y="1085"/>
                    <a:pt x="936" y="918"/>
                    <a:pt x="926" y="782"/>
                  </a:cubicBezTo>
                  <a:lnTo>
                    <a:pt x="892" y="153"/>
                  </a:lnTo>
                  <a:cubicBezTo>
                    <a:pt x="885" y="57"/>
                    <a:pt x="832" y="0"/>
                    <a:pt x="760" y="0"/>
                  </a:cubicBezTo>
                  <a:close/>
                </a:path>
              </a:pathLst>
            </a:custGeom>
            <a:solidFill>
              <a:srgbClr val="27DE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1459;p25">
              <a:extLst>
                <a:ext uri="{FF2B5EF4-FFF2-40B4-BE49-F238E27FC236}">
                  <a16:creationId xmlns:a16="http://schemas.microsoft.com/office/drawing/2014/main" id="{ECC2F823-0E41-1300-F30A-02239C22BE52}"/>
                </a:ext>
              </a:extLst>
            </p:cNvPr>
            <p:cNvSpPr/>
            <p:nvPr/>
          </p:nvSpPr>
          <p:spPr>
            <a:xfrm flipH="1">
              <a:off x="7473641" y="2284683"/>
              <a:ext cx="35785" cy="56084"/>
            </a:xfrm>
            <a:custGeom>
              <a:avLst/>
              <a:gdLst/>
              <a:ahLst/>
              <a:cxnLst/>
              <a:rect l="l" t="t" r="r" b="b"/>
              <a:pathLst>
                <a:path w="922" h="1445" extrusionOk="0">
                  <a:moveTo>
                    <a:pt x="752" y="1"/>
                  </a:moveTo>
                  <a:cubicBezTo>
                    <a:pt x="721" y="1"/>
                    <a:pt x="691" y="10"/>
                    <a:pt x="653" y="31"/>
                  </a:cubicBezTo>
                  <a:lnTo>
                    <a:pt x="201" y="293"/>
                  </a:lnTo>
                  <a:cubicBezTo>
                    <a:pt x="85" y="357"/>
                    <a:pt x="0" y="514"/>
                    <a:pt x="0" y="646"/>
                  </a:cubicBezTo>
                  <a:lnTo>
                    <a:pt x="0" y="663"/>
                  </a:lnTo>
                  <a:lnTo>
                    <a:pt x="34" y="1292"/>
                  </a:lnTo>
                  <a:cubicBezTo>
                    <a:pt x="41" y="1388"/>
                    <a:pt x="92" y="1445"/>
                    <a:pt x="167" y="1445"/>
                  </a:cubicBezTo>
                  <a:cubicBezTo>
                    <a:pt x="194" y="1445"/>
                    <a:pt x="228" y="1435"/>
                    <a:pt x="262" y="1415"/>
                  </a:cubicBezTo>
                  <a:lnTo>
                    <a:pt x="717" y="1153"/>
                  </a:lnTo>
                  <a:cubicBezTo>
                    <a:pt x="833" y="1088"/>
                    <a:pt x="921" y="932"/>
                    <a:pt x="918" y="796"/>
                  </a:cubicBezTo>
                  <a:lnTo>
                    <a:pt x="918" y="782"/>
                  </a:lnTo>
                  <a:lnTo>
                    <a:pt x="884" y="153"/>
                  </a:lnTo>
                  <a:cubicBezTo>
                    <a:pt x="877" y="54"/>
                    <a:pt x="823" y="1"/>
                    <a:pt x="75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1460;p25">
              <a:extLst>
                <a:ext uri="{FF2B5EF4-FFF2-40B4-BE49-F238E27FC236}">
                  <a16:creationId xmlns:a16="http://schemas.microsoft.com/office/drawing/2014/main" id="{90B3E7C9-2AFD-335F-DC41-18BBEBB57769}"/>
                </a:ext>
              </a:extLst>
            </p:cNvPr>
            <p:cNvSpPr/>
            <p:nvPr/>
          </p:nvSpPr>
          <p:spPr>
            <a:xfrm flipH="1">
              <a:off x="6977231" y="1999960"/>
              <a:ext cx="458065" cy="296062"/>
            </a:xfrm>
            <a:custGeom>
              <a:avLst/>
              <a:gdLst/>
              <a:ahLst/>
              <a:cxnLst/>
              <a:rect l="l" t="t" r="r" b="b"/>
              <a:pathLst>
                <a:path w="11802" h="7628" extrusionOk="0">
                  <a:moveTo>
                    <a:pt x="11570" y="0"/>
                  </a:moveTo>
                  <a:cubicBezTo>
                    <a:pt x="11525" y="0"/>
                    <a:pt x="11476" y="14"/>
                    <a:pt x="11424" y="44"/>
                  </a:cubicBezTo>
                  <a:lnTo>
                    <a:pt x="314" y="6459"/>
                  </a:lnTo>
                  <a:cubicBezTo>
                    <a:pt x="137" y="6561"/>
                    <a:pt x="0" y="6813"/>
                    <a:pt x="11" y="7017"/>
                  </a:cubicBezTo>
                  <a:lnTo>
                    <a:pt x="31" y="7398"/>
                  </a:lnTo>
                  <a:cubicBezTo>
                    <a:pt x="41" y="7543"/>
                    <a:pt x="121" y="7628"/>
                    <a:pt x="231" y="7628"/>
                  </a:cubicBezTo>
                  <a:cubicBezTo>
                    <a:pt x="275" y="7628"/>
                    <a:pt x="324" y="7614"/>
                    <a:pt x="375" y="7585"/>
                  </a:cubicBezTo>
                  <a:lnTo>
                    <a:pt x="11489" y="1172"/>
                  </a:lnTo>
                  <a:cubicBezTo>
                    <a:pt x="11665" y="1067"/>
                    <a:pt x="11802" y="819"/>
                    <a:pt x="11788" y="615"/>
                  </a:cubicBezTo>
                  <a:lnTo>
                    <a:pt x="11767" y="230"/>
                  </a:lnTo>
                  <a:cubicBezTo>
                    <a:pt x="11760" y="85"/>
                    <a:pt x="11680" y="0"/>
                    <a:pt x="115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1461;p25">
              <a:extLst>
                <a:ext uri="{FF2B5EF4-FFF2-40B4-BE49-F238E27FC236}">
                  <a16:creationId xmlns:a16="http://schemas.microsoft.com/office/drawing/2014/main" id="{115F930D-325D-7A87-8EC5-A0A87B07C621}"/>
                </a:ext>
              </a:extLst>
            </p:cNvPr>
            <p:cNvSpPr/>
            <p:nvPr/>
          </p:nvSpPr>
          <p:spPr>
            <a:xfrm flipH="1">
              <a:off x="7608894" y="2356057"/>
              <a:ext cx="237144" cy="188396"/>
            </a:xfrm>
            <a:custGeom>
              <a:avLst/>
              <a:gdLst/>
              <a:ahLst/>
              <a:cxnLst/>
              <a:rect l="l" t="t" r="r" b="b"/>
              <a:pathLst>
                <a:path w="6110" h="4854" extrusionOk="0">
                  <a:moveTo>
                    <a:pt x="5850" y="1"/>
                  </a:moveTo>
                  <a:cubicBezTo>
                    <a:pt x="5806" y="1"/>
                    <a:pt x="5756" y="15"/>
                    <a:pt x="5705" y="45"/>
                  </a:cubicBezTo>
                  <a:lnTo>
                    <a:pt x="313" y="3163"/>
                  </a:lnTo>
                  <a:cubicBezTo>
                    <a:pt x="136" y="3268"/>
                    <a:pt x="1" y="3516"/>
                    <a:pt x="14" y="3720"/>
                  </a:cubicBezTo>
                  <a:lnTo>
                    <a:pt x="65" y="4624"/>
                  </a:lnTo>
                  <a:cubicBezTo>
                    <a:pt x="74" y="4768"/>
                    <a:pt x="154" y="4853"/>
                    <a:pt x="262" y="4853"/>
                  </a:cubicBezTo>
                  <a:cubicBezTo>
                    <a:pt x="307" y="4853"/>
                    <a:pt x="357" y="4839"/>
                    <a:pt x="408" y="4807"/>
                  </a:cubicBezTo>
                  <a:lnTo>
                    <a:pt x="5800" y="1691"/>
                  </a:lnTo>
                  <a:cubicBezTo>
                    <a:pt x="5977" y="1589"/>
                    <a:pt x="6110" y="1336"/>
                    <a:pt x="6100" y="1132"/>
                  </a:cubicBezTo>
                  <a:lnTo>
                    <a:pt x="6048" y="232"/>
                  </a:lnTo>
                  <a:cubicBezTo>
                    <a:pt x="6039" y="85"/>
                    <a:pt x="5959" y="1"/>
                    <a:pt x="58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1462;p25">
              <a:extLst>
                <a:ext uri="{FF2B5EF4-FFF2-40B4-BE49-F238E27FC236}">
                  <a16:creationId xmlns:a16="http://schemas.microsoft.com/office/drawing/2014/main" id="{6906FDC4-3031-1145-B914-19B406751B21}"/>
                </a:ext>
              </a:extLst>
            </p:cNvPr>
            <p:cNvSpPr/>
            <p:nvPr/>
          </p:nvSpPr>
          <p:spPr>
            <a:xfrm flipH="1">
              <a:off x="7555448" y="2582640"/>
              <a:ext cx="334137" cy="224569"/>
            </a:xfrm>
            <a:custGeom>
              <a:avLst/>
              <a:gdLst/>
              <a:ahLst/>
              <a:cxnLst/>
              <a:rect l="l" t="t" r="r" b="b"/>
              <a:pathLst>
                <a:path w="8609" h="5786" extrusionOk="0">
                  <a:moveTo>
                    <a:pt x="8375" y="1"/>
                  </a:moveTo>
                  <a:cubicBezTo>
                    <a:pt x="8331" y="1"/>
                    <a:pt x="8282" y="15"/>
                    <a:pt x="8231" y="44"/>
                  </a:cubicBezTo>
                  <a:lnTo>
                    <a:pt x="313" y="4617"/>
                  </a:lnTo>
                  <a:cubicBezTo>
                    <a:pt x="136" y="4719"/>
                    <a:pt x="1" y="4971"/>
                    <a:pt x="14" y="5175"/>
                  </a:cubicBezTo>
                  <a:lnTo>
                    <a:pt x="34" y="5558"/>
                  </a:lnTo>
                  <a:cubicBezTo>
                    <a:pt x="44" y="5703"/>
                    <a:pt x="123" y="5786"/>
                    <a:pt x="232" y="5786"/>
                  </a:cubicBezTo>
                  <a:cubicBezTo>
                    <a:pt x="276" y="5786"/>
                    <a:pt x="326" y="5772"/>
                    <a:pt x="378" y="5742"/>
                  </a:cubicBezTo>
                  <a:lnTo>
                    <a:pt x="8296" y="1173"/>
                  </a:lnTo>
                  <a:cubicBezTo>
                    <a:pt x="8473" y="1067"/>
                    <a:pt x="8609" y="819"/>
                    <a:pt x="8595" y="615"/>
                  </a:cubicBezTo>
                  <a:lnTo>
                    <a:pt x="8575" y="231"/>
                  </a:lnTo>
                  <a:cubicBezTo>
                    <a:pt x="8565" y="86"/>
                    <a:pt x="8485" y="1"/>
                    <a:pt x="83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1463;p25">
              <a:extLst>
                <a:ext uri="{FF2B5EF4-FFF2-40B4-BE49-F238E27FC236}">
                  <a16:creationId xmlns:a16="http://schemas.microsoft.com/office/drawing/2014/main" id="{E3C687DC-9B14-8CD9-1299-E48F68110847}"/>
                </a:ext>
              </a:extLst>
            </p:cNvPr>
            <p:cNvSpPr/>
            <p:nvPr/>
          </p:nvSpPr>
          <p:spPr>
            <a:xfrm flipH="1">
              <a:off x="7548733" y="2699153"/>
              <a:ext cx="334137" cy="224569"/>
            </a:xfrm>
            <a:custGeom>
              <a:avLst/>
              <a:gdLst/>
              <a:ahLst/>
              <a:cxnLst/>
              <a:rect l="l" t="t" r="r" b="b"/>
              <a:pathLst>
                <a:path w="8609" h="5786" extrusionOk="0">
                  <a:moveTo>
                    <a:pt x="8378" y="0"/>
                  </a:moveTo>
                  <a:cubicBezTo>
                    <a:pt x="8333" y="0"/>
                    <a:pt x="8283" y="14"/>
                    <a:pt x="8232" y="44"/>
                  </a:cubicBezTo>
                  <a:lnTo>
                    <a:pt x="313" y="4621"/>
                  </a:lnTo>
                  <a:cubicBezTo>
                    <a:pt x="137" y="4723"/>
                    <a:pt x="1" y="4971"/>
                    <a:pt x="14" y="5178"/>
                  </a:cubicBezTo>
                  <a:lnTo>
                    <a:pt x="35" y="5555"/>
                  </a:lnTo>
                  <a:cubicBezTo>
                    <a:pt x="44" y="5700"/>
                    <a:pt x="125" y="5786"/>
                    <a:pt x="235" y="5786"/>
                  </a:cubicBezTo>
                  <a:cubicBezTo>
                    <a:pt x="279" y="5786"/>
                    <a:pt x="328" y="5772"/>
                    <a:pt x="378" y="5743"/>
                  </a:cubicBezTo>
                  <a:lnTo>
                    <a:pt x="8296" y="1169"/>
                  </a:lnTo>
                  <a:cubicBezTo>
                    <a:pt x="8477" y="1067"/>
                    <a:pt x="8609" y="816"/>
                    <a:pt x="8599" y="612"/>
                  </a:cubicBezTo>
                  <a:lnTo>
                    <a:pt x="8575" y="228"/>
                  </a:lnTo>
                  <a:cubicBezTo>
                    <a:pt x="8568" y="83"/>
                    <a:pt x="8487" y="0"/>
                    <a:pt x="83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1464;p25">
              <a:extLst>
                <a:ext uri="{FF2B5EF4-FFF2-40B4-BE49-F238E27FC236}">
                  <a16:creationId xmlns:a16="http://schemas.microsoft.com/office/drawing/2014/main" id="{7D9B3408-05F5-19B3-8E91-0D8BE7216B36}"/>
                </a:ext>
              </a:extLst>
            </p:cNvPr>
            <p:cNvSpPr/>
            <p:nvPr/>
          </p:nvSpPr>
          <p:spPr>
            <a:xfrm flipH="1">
              <a:off x="7541980" y="2815549"/>
              <a:ext cx="334020" cy="224608"/>
            </a:xfrm>
            <a:custGeom>
              <a:avLst/>
              <a:gdLst/>
              <a:ahLst/>
              <a:cxnLst/>
              <a:rect l="l" t="t" r="r" b="b"/>
              <a:pathLst>
                <a:path w="8606" h="5787" extrusionOk="0">
                  <a:moveTo>
                    <a:pt x="8374" y="0"/>
                  </a:moveTo>
                  <a:cubicBezTo>
                    <a:pt x="8329" y="0"/>
                    <a:pt x="8280" y="14"/>
                    <a:pt x="8228" y="44"/>
                  </a:cubicBezTo>
                  <a:lnTo>
                    <a:pt x="313" y="4624"/>
                  </a:lnTo>
                  <a:cubicBezTo>
                    <a:pt x="133" y="4729"/>
                    <a:pt x="1" y="4977"/>
                    <a:pt x="10" y="5184"/>
                  </a:cubicBezTo>
                  <a:lnTo>
                    <a:pt x="31" y="5559"/>
                  </a:lnTo>
                  <a:cubicBezTo>
                    <a:pt x="41" y="5703"/>
                    <a:pt x="120" y="5786"/>
                    <a:pt x="229" y="5786"/>
                  </a:cubicBezTo>
                  <a:cubicBezTo>
                    <a:pt x="275" y="5786"/>
                    <a:pt x="325" y="5772"/>
                    <a:pt x="378" y="5742"/>
                  </a:cubicBezTo>
                  <a:lnTo>
                    <a:pt x="8292" y="1173"/>
                  </a:lnTo>
                  <a:cubicBezTo>
                    <a:pt x="8473" y="1067"/>
                    <a:pt x="8606" y="819"/>
                    <a:pt x="8595" y="615"/>
                  </a:cubicBezTo>
                  <a:lnTo>
                    <a:pt x="8571" y="230"/>
                  </a:lnTo>
                  <a:cubicBezTo>
                    <a:pt x="8564" y="85"/>
                    <a:pt x="8484" y="0"/>
                    <a:pt x="83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1465;p25">
              <a:extLst>
                <a:ext uri="{FF2B5EF4-FFF2-40B4-BE49-F238E27FC236}">
                  <a16:creationId xmlns:a16="http://schemas.microsoft.com/office/drawing/2014/main" id="{D514DA4E-AB93-FFEA-F227-D704C4F65C51}"/>
                </a:ext>
              </a:extLst>
            </p:cNvPr>
            <p:cNvSpPr/>
            <p:nvPr/>
          </p:nvSpPr>
          <p:spPr>
            <a:xfrm flipH="1">
              <a:off x="7535149" y="2932023"/>
              <a:ext cx="334137" cy="224608"/>
            </a:xfrm>
            <a:custGeom>
              <a:avLst/>
              <a:gdLst/>
              <a:ahLst/>
              <a:cxnLst/>
              <a:rect l="l" t="t" r="r" b="b"/>
              <a:pathLst>
                <a:path w="8609" h="5787" extrusionOk="0">
                  <a:moveTo>
                    <a:pt x="8378" y="1"/>
                  </a:moveTo>
                  <a:cubicBezTo>
                    <a:pt x="8333" y="1"/>
                    <a:pt x="8283" y="15"/>
                    <a:pt x="8232" y="45"/>
                  </a:cubicBezTo>
                  <a:lnTo>
                    <a:pt x="314" y="4628"/>
                  </a:lnTo>
                  <a:cubicBezTo>
                    <a:pt x="137" y="4730"/>
                    <a:pt x="1" y="4981"/>
                    <a:pt x="11" y="5185"/>
                  </a:cubicBezTo>
                  <a:lnTo>
                    <a:pt x="35" y="5556"/>
                  </a:lnTo>
                  <a:cubicBezTo>
                    <a:pt x="42" y="5702"/>
                    <a:pt x="122" y="5786"/>
                    <a:pt x="232" y="5786"/>
                  </a:cubicBezTo>
                  <a:cubicBezTo>
                    <a:pt x="277" y="5786"/>
                    <a:pt x="326" y="5773"/>
                    <a:pt x="378" y="5743"/>
                  </a:cubicBezTo>
                  <a:lnTo>
                    <a:pt x="8296" y="1171"/>
                  </a:lnTo>
                  <a:cubicBezTo>
                    <a:pt x="8473" y="1069"/>
                    <a:pt x="8609" y="816"/>
                    <a:pt x="8596" y="612"/>
                  </a:cubicBezTo>
                  <a:lnTo>
                    <a:pt x="8575" y="228"/>
                  </a:lnTo>
                  <a:cubicBezTo>
                    <a:pt x="8566" y="84"/>
                    <a:pt x="8486" y="1"/>
                    <a:pt x="83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1466;p25">
              <a:extLst>
                <a:ext uri="{FF2B5EF4-FFF2-40B4-BE49-F238E27FC236}">
                  <a16:creationId xmlns:a16="http://schemas.microsoft.com/office/drawing/2014/main" id="{8667271B-9397-993E-87F9-E0103755BAA3}"/>
                </a:ext>
              </a:extLst>
            </p:cNvPr>
            <p:cNvSpPr/>
            <p:nvPr/>
          </p:nvSpPr>
          <p:spPr>
            <a:xfrm flipH="1">
              <a:off x="7380492" y="2557179"/>
              <a:ext cx="83680" cy="290395"/>
            </a:xfrm>
            <a:custGeom>
              <a:avLst/>
              <a:gdLst/>
              <a:ahLst/>
              <a:cxnLst/>
              <a:rect l="l" t="t" r="r" b="b"/>
              <a:pathLst>
                <a:path w="2156" h="7482" extrusionOk="0">
                  <a:moveTo>
                    <a:pt x="1596" y="0"/>
                  </a:moveTo>
                  <a:cubicBezTo>
                    <a:pt x="1551" y="0"/>
                    <a:pt x="1501" y="14"/>
                    <a:pt x="1449" y="44"/>
                  </a:cubicBezTo>
                  <a:lnTo>
                    <a:pt x="313" y="700"/>
                  </a:lnTo>
                  <a:cubicBezTo>
                    <a:pt x="132" y="805"/>
                    <a:pt x="0" y="1053"/>
                    <a:pt x="10" y="1257"/>
                  </a:cubicBezTo>
                  <a:lnTo>
                    <a:pt x="364" y="7251"/>
                  </a:lnTo>
                  <a:cubicBezTo>
                    <a:pt x="371" y="7397"/>
                    <a:pt x="451" y="7481"/>
                    <a:pt x="561" y="7481"/>
                  </a:cubicBezTo>
                  <a:cubicBezTo>
                    <a:pt x="606" y="7481"/>
                    <a:pt x="656" y="7468"/>
                    <a:pt x="708" y="7438"/>
                  </a:cubicBezTo>
                  <a:lnTo>
                    <a:pt x="1846" y="6779"/>
                  </a:lnTo>
                  <a:cubicBezTo>
                    <a:pt x="2023" y="6677"/>
                    <a:pt x="2156" y="6429"/>
                    <a:pt x="2145" y="6222"/>
                  </a:cubicBezTo>
                  <a:lnTo>
                    <a:pt x="1795" y="231"/>
                  </a:lnTo>
                  <a:cubicBezTo>
                    <a:pt x="1786" y="84"/>
                    <a:pt x="1706" y="0"/>
                    <a:pt x="159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1467;p25">
              <a:extLst>
                <a:ext uri="{FF2B5EF4-FFF2-40B4-BE49-F238E27FC236}">
                  <a16:creationId xmlns:a16="http://schemas.microsoft.com/office/drawing/2014/main" id="{1836D4AD-0512-8B95-C12E-96815714792D}"/>
                </a:ext>
              </a:extLst>
            </p:cNvPr>
            <p:cNvSpPr/>
            <p:nvPr/>
          </p:nvSpPr>
          <p:spPr>
            <a:xfrm flipH="1">
              <a:off x="7376534" y="2861851"/>
              <a:ext cx="69979" cy="51737"/>
            </a:xfrm>
            <a:custGeom>
              <a:avLst/>
              <a:gdLst/>
              <a:ahLst/>
              <a:cxnLst/>
              <a:rect l="l" t="t" r="r" b="b"/>
              <a:pathLst>
                <a:path w="1803" h="1333" extrusionOk="0">
                  <a:moveTo>
                    <a:pt x="1636" y="0"/>
                  </a:moveTo>
                  <a:cubicBezTo>
                    <a:pt x="1583" y="0"/>
                    <a:pt x="1521" y="19"/>
                    <a:pt x="1456" y="57"/>
                  </a:cubicBezTo>
                  <a:lnTo>
                    <a:pt x="317" y="714"/>
                  </a:lnTo>
                  <a:cubicBezTo>
                    <a:pt x="140" y="816"/>
                    <a:pt x="1" y="1027"/>
                    <a:pt x="11" y="1179"/>
                  </a:cubicBezTo>
                  <a:cubicBezTo>
                    <a:pt x="15" y="1278"/>
                    <a:pt x="78" y="1332"/>
                    <a:pt x="168" y="1332"/>
                  </a:cubicBezTo>
                  <a:cubicBezTo>
                    <a:pt x="220" y="1332"/>
                    <a:pt x="282" y="1314"/>
                    <a:pt x="347" y="1275"/>
                  </a:cubicBezTo>
                  <a:lnTo>
                    <a:pt x="1486" y="619"/>
                  </a:lnTo>
                  <a:cubicBezTo>
                    <a:pt x="1667" y="517"/>
                    <a:pt x="1803" y="306"/>
                    <a:pt x="1792" y="153"/>
                  </a:cubicBezTo>
                  <a:cubicBezTo>
                    <a:pt x="1788" y="54"/>
                    <a:pt x="1726" y="0"/>
                    <a:pt x="16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1468;p25">
              <a:extLst>
                <a:ext uri="{FF2B5EF4-FFF2-40B4-BE49-F238E27FC236}">
                  <a16:creationId xmlns:a16="http://schemas.microsoft.com/office/drawing/2014/main" id="{0FD988C3-D84A-5185-4E7C-E94110E0FFA5}"/>
                </a:ext>
              </a:extLst>
            </p:cNvPr>
            <p:cNvSpPr/>
            <p:nvPr/>
          </p:nvSpPr>
          <p:spPr>
            <a:xfrm flipH="1">
              <a:off x="7229555" y="2580505"/>
              <a:ext cx="77315" cy="179741"/>
            </a:xfrm>
            <a:custGeom>
              <a:avLst/>
              <a:gdLst/>
              <a:ahLst/>
              <a:cxnLst/>
              <a:rect l="l" t="t" r="r" b="b"/>
              <a:pathLst>
                <a:path w="1992" h="4631" extrusionOk="0">
                  <a:moveTo>
                    <a:pt x="1597" y="1"/>
                  </a:moveTo>
                  <a:cubicBezTo>
                    <a:pt x="1553" y="1"/>
                    <a:pt x="1503" y="15"/>
                    <a:pt x="1452" y="44"/>
                  </a:cubicBezTo>
                  <a:lnTo>
                    <a:pt x="313" y="701"/>
                  </a:lnTo>
                  <a:cubicBezTo>
                    <a:pt x="136" y="807"/>
                    <a:pt x="0" y="1055"/>
                    <a:pt x="13" y="1259"/>
                  </a:cubicBezTo>
                  <a:lnTo>
                    <a:pt x="197" y="4403"/>
                  </a:lnTo>
                  <a:cubicBezTo>
                    <a:pt x="204" y="4548"/>
                    <a:pt x="285" y="4631"/>
                    <a:pt x="394" y="4631"/>
                  </a:cubicBezTo>
                  <a:cubicBezTo>
                    <a:pt x="439" y="4631"/>
                    <a:pt x="489" y="4617"/>
                    <a:pt x="540" y="4587"/>
                  </a:cubicBezTo>
                  <a:lnTo>
                    <a:pt x="1679" y="3931"/>
                  </a:lnTo>
                  <a:cubicBezTo>
                    <a:pt x="1856" y="3829"/>
                    <a:pt x="1992" y="3578"/>
                    <a:pt x="1979" y="3374"/>
                  </a:cubicBezTo>
                  <a:lnTo>
                    <a:pt x="1795" y="232"/>
                  </a:lnTo>
                  <a:cubicBezTo>
                    <a:pt x="1788" y="85"/>
                    <a:pt x="1707" y="1"/>
                    <a:pt x="1597" y="1"/>
                  </a:cubicBezTo>
                  <a:close/>
                </a:path>
              </a:pathLst>
            </a:custGeom>
            <a:solidFill>
              <a:srgbClr val="27DE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1469;p25">
              <a:extLst>
                <a:ext uri="{FF2B5EF4-FFF2-40B4-BE49-F238E27FC236}">
                  <a16:creationId xmlns:a16="http://schemas.microsoft.com/office/drawing/2014/main" id="{333FBD17-12E9-CD38-5513-340974F8ABF8}"/>
                </a:ext>
              </a:extLst>
            </p:cNvPr>
            <p:cNvSpPr/>
            <p:nvPr/>
          </p:nvSpPr>
          <p:spPr>
            <a:xfrm flipH="1">
              <a:off x="7230060" y="2580505"/>
              <a:ext cx="76305" cy="179741"/>
            </a:xfrm>
            <a:custGeom>
              <a:avLst/>
              <a:gdLst/>
              <a:ahLst/>
              <a:cxnLst/>
              <a:rect l="l" t="t" r="r" b="b"/>
              <a:pathLst>
                <a:path w="1966" h="4631" extrusionOk="0">
                  <a:moveTo>
                    <a:pt x="1585" y="0"/>
                  </a:moveTo>
                  <a:cubicBezTo>
                    <a:pt x="1541" y="0"/>
                    <a:pt x="1489" y="14"/>
                    <a:pt x="1439" y="44"/>
                  </a:cubicBezTo>
                  <a:lnTo>
                    <a:pt x="300" y="701"/>
                  </a:lnTo>
                  <a:cubicBezTo>
                    <a:pt x="130" y="799"/>
                    <a:pt x="0" y="1034"/>
                    <a:pt x="0" y="1235"/>
                  </a:cubicBezTo>
                  <a:lnTo>
                    <a:pt x="0" y="1259"/>
                  </a:lnTo>
                  <a:lnTo>
                    <a:pt x="184" y="4403"/>
                  </a:lnTo>
                  <a:cubicBezTo>
                    <a:pt x="191" y="4549"/>
                    <a:pt x="273" y="4631"/>
                    <a:pt x="381" y="4631"/>
                  </a:cubicBezTo>
                  <a:cubicBezTo>
                    <a:pt x="425" y="4631"/>
                    <a:pt x="477" y="4618"/>
                    <a:pt x="527" y="4587"/>
                  </a:cubicBezTo>
                  <a:lnTo>
                    <a:pt x="1666" y="3931"/>
                  </a:lnTo>
                  <a:cubicBezTo>
                    <a:pt x="1836" y="3832"/>
                    <a:pt x="1966" y="3601"/>
                    <a:pt x="1966" y="3400"/>
                  </a:cubicBezTo>
                  <a:lnTo>
                    <a:pt x="1966" y="3374"/>
                  </a:lnTo>
                  <a:lnTo>
                    <a:pt x="1782" y="232"/>
                  </a:lnTo>
                  <a:cubicBezTo>
                    <a:pt x="1775" y="85"/>
                    <a:pt x="1693" y="0"/>
                    <a:pt x="158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1470;p25">
              <a:extLst>
                <a:ext uri="{FF2B5EF4-FFF2-40B4-BE49-F238E27FC236}">
                  <a16:creationId xmlns:a16="http://schemas.microsoft.com/office/drawing/2014/main" id="{6C1FB9C5-9422-9660-547A-D38C51291711}"/>
                </a:ext>
              </a:extLst>
            </p:cNvPr>
            <p:cNvSpPr/>
            <p:nvPr/>
          </p:nvSpPr>
          <p:spPr>
            <a:xfrm flipH="1">
              <a:off x="7225713" y="2774564"/>
              <a:ext cx="69979" cy="51737"/>
            </a:xfrm>
            <a:custGeom>
              <a:avLst/>
              <a:gdLst/>
              <a:ahLst/>
              <a:cxnLst/>
              <a:rect l="l" t="t" r="r" b="b"/>
              <a:pathLst>
                <a:path w="1803" h="1333" extrusionOk="0">
                  <a:moveTo>
                    <a:pt x="1634" y="1"/>
                  </a:moveTo>
                  <a:cubicBezTo>
                    <a:pt x="1582" y="1"/>
                    <a:pt x="1521" y="19"/>
                    <a:pt x="1456" y="56"/>
                  </a:cubicBezTo>
                  <a:lnTo>
                    <a:pt x="317" y="712"/>
                  </a:lnTo>
                  <a:cubicBezTo>
                    <a:pt x="140" y="817"/>
                    <a:pt x="1" y="1025"/>
                    <a:pt x="11" y="1181"/>
                  </a:cubicBezTo>
                  <a:cubicBezTo>
                    <a:pt x="17" y="1280"/>
                    <a:pt x="79" y="1333"/>
                    <a:pt x="169" y="1333"/>
                  </a:cubicBezTo>
                  <a:cubicBezTo>
                    <a:pt x="222" y="1333"/>
                    <a:pt x="284" y="1314"/>
                    <a:pt x="351" y="1277"/>
                  </a:cubicBezTo>
                  <a:lnTo>
                    <a:pt x="1487" y="621"/>
                  </a:lnTo>
                  <a:cubicBezTo>
                    <a:pt x="1666" y="519"/>
                    <a:pt x="1803" y="307"/>
                    <a:pt x="1793" y="151"/>
                  </a:cubicBezTo>
                  <a:cubicBezTo>
                    <a:pt x="1788" y="54"/>
                    <a:pt x="1725" y="1"/>
                    <a:pt x="16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1471;p25">
              <a:extLst>
                <a:ext uri="{FF2B5EF4-FFF2-40B4-BE49-F238E27FC236}">
                  <a16:creationId xmlns:a16="http://schemas.microsoft.com/office/drawing/2014/main" id="{2169F783-026D-AB90-8910-378FA7F14FA7}"/>
                </a:ext>
              </a:extLst>
            </p:cNvPr>
            <p:cNvSpPr/>
            <p:nvPr/>
          </p:nvSpPr>
          <p:spPr>
            <a:xfrm flipH="1">
              <a:off x="7078695" y="2315810"/>
              <a:ext cx="87018" cy="357230"/>
            </a:xfrm>
            <a:custGeom>
              <a:avLst/>
              <a:gdLst/>
              <a:ahLst/>
              <a:cxnLst/>
              <a:rect l="l" t="t" r="r" b="b"/>
              <a:pathLst>
                <a:path w="2242" h="9204" extrusionOk="0">
                  <a:moveTo>
                    <a:pt x="1597" y="1"/>
                  </a:moveTo>
                  <a:cubicBezTo>
                    <a:pt x="1552" y="1"/>
                    <a:pt x="1501" y="15"/>
                    <a:pt x="1449" y="45"/>
                  </a:cubicBezTo>
                  <a:lnTo>
                    <a:pt x="313" y="701"/>
                  </a:lnTo>
                  <a:cubicBezTo>
                    <a:pt x="133" y="806"/>
                    <a:pt x="1" y="1055"/>
                    <a:pt x="10" y="1259"/>
                  </a:cubicBezTo>
                  <a:lnTo>
                    <a:pt x="446" y="8973"/>
                  </a:lnTo>
                  <a:cubicBezTo>
                    <a:pt x="455" y="9120"/>
                    <a:pt x="535" y="9204"/>
                    <a:pt x="644" y="9204"/>
                  </a:cubicBezTo>
                  <a:cubicBezTo>
                    <a:pt x="689" y="9204"/>
                    <a:pt x="738" y="9189"/>
                    <a:pt x="790" y="9160"/>
                  </a:cubicBezTo>
                  <a:lnTo>
                    <a:pt x="1928" y="8504"/>
                  </a:lnTo>
                  <a:cubicBezTo>
                    <a:pt x="2105" y="8398"/>
                    <a:pt x="2241" y="8150"/>
                    <a:pt x="2231" y="7946"/>
                  </a:cubicBezTo>
                  <a:lnTo>
                    <a:pt x="1792" y="232"/>
                  </a:lnTo>
                  <a:cubicBezTo>
                    <a:pt x="1785" y="85"/>
                    <a:pt x="1706" y="1"/>
                    <a:pt x="1597" y="1"/>
                  </a:cubicBezTo>
                  <a:close/>
                </a:path>
              </a:pathLst>
            </a:custGeom>
            <a:solidFill>
              <a:srgbClr val="27DE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472;p25">
              <a:extLst>
                <a:ext uri="{FF2B5EF4-FFF2-40B4-BE49-F238E27FC236}">
                  <a16:creationId xmlns:a16="http://schemas.microsoft.com/office/drawing/2014/main" id="{535AEC9D-96E3-C95B-0BF0-06BFE0058C23}"/>
                </a:ext>
              </a:extLst>
            </p:cNvPr>
            <p:cNvSpPr/>
            <p:nvPr/>
          </p:nvSpPr>
          <p:spPr>
            <a:xfrm flipH="1">
              <a:off x="7079122" y="2315810"/>
              <a:ext cx="86203" cy="357230"/>
            </a:xfrm>
            <a:custGeom>
              <a:avLst/>
              <a:gdLst/>
              <a:ahLst/>
              <a:cxnLst/>
              <a:rect l="l" t="t" r="r" b="b"/>
              <a:pathLst>
                <a:path w="2221" h="9204" extrusionOk="0">
                  <a:moveTo>
                    <a:pt x="1588" y="1"/>
                  </a:moveTo>
                  <a:cubicBezTo>
                    <a:pt x="1541" y="1"/>
                    <a:pt x="1494" y="14"/>
                    <a:pt x="1439" y="45"/>
                  </a:cubicBezTo>
                  <a:lnTo>
                    <a:pt x="303" y="701"/>
                  </a:lnTo>
                  <a:cubicBezTo>
                    <a:pt x="130" y="799"/>
                    <a:pt x="0" y="1034"/>
                    <a:pt x="0" y="1234"/>
                  </a:cubicBezTo>
                  <a:lnTo>
                    <a:pt x="0" y="1259"/>
                  </a:lnTo>
                  <a:lnTo>
                    <a:pt x="436" y="8973"/>
                  </a:lnTo>
                  <a:cubicBezTo>
                    <a:pt x="446" y="9119"/>
                    <a:pt x="524" y="9204"/>
                    <a:pt x="633" y="9204"/>
                  </a:cubicBezTo>
                  <a:cubicBezTo>
                    <a:pt x="678" y="9204"/>
                    <a:pt x="728" y="9190"/>
                    <a:pt x="780" y="9160"/>
                  </a:cubicBezTo>
                  <a:lnTo>
                    <a:pt x="1918" y="8504"/>
                  </a:lnTo>
                  <a:cubicBezTo>
                    <a:pt x="2088" y="8405"/>
                    <a:pt x="2221" y="8170"/>
                    <a:pt x="2221" y="7970"/>
                  </a:cubicBezTo>
                  <a:lnTo>
                    <a:pt x="2221" y="7946"/>
                  </a:lnTo>
                  <a:lnTo>
                    <a:pt x="1782" y="232"/>
                  </a:lnTo>
                  <a:cubicBezTo>
                    <a:pt x="1775" y="85"/>
                    <a:pt x="1698" y="1"/>
                    <a:pt x="158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473;p25">
              <a:extLst>
                <a:ext uri="{FF2B5EF4-FFF2-40B4-BE49-F238E27FC236}">
                  <a16:creationId xmlns:a16="http://schemas.microsoft.com/office/drawing/2014/main" id="{E34713E5-CF88-F6DF-F3DF-0357535088C2}"/>
                </a:ext>
              </a:extLst>
            </p:cNvPr>
            <p:cNvSpPr/>
            <p:nvPr/>
          </p:nvSpPr>
          <p:spPr>
            <a:xfrm flipH="1">
              <a:off x="7074892" y="2687315"/>
              <a:ext cx="69863" cy="51737"/>
            </a:xfrm>
            <a:custGeom>
              <a:avLst/>
              <a:gdLst/>
              <a:ahLst/>
              <a:cxnLst/>
              <a:rect l="l" t="t" r="r" b="b"/>
              <a:pathLst>
                <a:path w="1800" h="1333" extrusionOk="0">
                  <a:moveTo>
                    <a:pt x="1633" y="1"/>
                  </a:moveTo>
                  <a:cubicBezTo>
                    <a:pt x="1580" y="1"/>
                    <a:pt x="1518" y="19"/>
                    <a:pt x="1453" y="57"/>
                  </a:cubicBezTo>
                  <a:lnTo>
                    <a:pt x="314" y="713"/>
                  </a:lnTo>
                  <a:cubicBezTo>
                    <a:pt x="137" y="815"/>
                    <a:pt x="1" y="1025"/>
                    <a:pt x="8" y="1182"/>
                  </a:cubicBezTo>
                  <a:cubicBezTo>
                    <a:pt x="14" y="1279"/>
                    <a:pt x="77" y="1333"/>
                    <a:pt x="168" y="1333"/>
                  </a:cubicBezTo>
                  <a:cubicBezTo>
                    <a:pt x="220" y="1333"/>
                    <a:pt x="282" y="1315"/>
                    <a:pt x="348" y="1278"/>
                  </a:cubicBezTo>
                  <a:lnTo>
                    <a:pt x="1487" y="617"/>
                  </a:lnTo>
                  <a:cubicBezTo>
                    <a:pt x="1664" y="515"/>
                    <a:pt x="1800" y="308"/>
                    <a:pt x="1793" y="152"/>
                  </a:cubicBezTo>
                  <a:cubicBezTo>
                    <a:pt x="1786" y="54"/>
                    <a:pt x="1723" y="1"/>
                    <a:pt x="16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474;p25">
              <a:extLst>
                <a:ext uri="{FF2B5EF4-FFF2-40B4-BE49-F238E27FC236}">
                  <a16:creationId xmlns:a16="http://schemas.microsoft.com/office/drawing/2014/main" id="{9C88D929-FC30-5FDC-9F50-49F329254C62}"/>
                </a:ext>
              </a:extLst>
            </p:cNvPr>
            <p:cNvSpPr/>
            <p:nvPr/>
          </p:nvSpPr>
          <p:spPr>
            <a:xfrm flipH="1">
              <a:off x="6927913" y="2360754"/>
              <a:ext cx="79333" cy="225035"/>
            </a:xfrm>
            <a:custGeom>
              <a:avLst/>
              <a:gdLst/>
              <a:ahLst/>
              <a:cxnLst/>
              <a:rect l="l" t="t" r="r" b="b"/>
              <a:pathLst>
                <a:path w="2044" h="5798" extrusionOk="0">
                  <a:moveTo>
                    <a:pt x="1601" y="1"/>
                  </a:moveTo>
                  <a:cubicBezTo>
                    <a:pt x="1555" y="1"/>
                    <a:pt x="1505" y="15"/>
                    <a:pt x="1452" y="46"/>
                  </a:cubicBezTo>
                  <a:lnTo>
                    <a:pt x="317" y="702"/>
                  </a:lnTo>
                  <a:cubicBezTo>
                    <a:pt x="137" y="804"/>
                    <a:pt x="1" y="1055"/>
                    <a:pt x="14" y="1259"/>
                  </a:cubicBezTo>
                  <a:lnTo>
                    <a:pt x="252" y="5568"/>
                  </a:lnTo>
                  <a:cubicBezTo>
                    <a:pt x="259" y="5713"/>
                    <a:pt x="339" y="5798"/>
                    <a:pt x="448" y="5798"/>
                  </a:cubicBezTo>
                  <a:cubicBezTo>
                    <a:pt x="492" y="5798"/>
                    <a:pt x="541" y="5784"/>
                    <a:pt x="592" y="5755"/>
                  </a:cubicBezTo>
                  <a:lnTo>
                    <a:pt x="1731" y="5094"/>
                  </a:lnTo>
                  <a:cubicBezTo>
                    <a:pt x="1912" y="4992"/>
                    <a:pt x="2044" y="4744"/>
                    <a:pt x="2034" y="4537"/>
                  </a:cubicBezTo>
                  <a:lnTo>
                    <a:pt x="1796" y="230"/>
                  </a:lnTo>
                  <a:cubicBezTo>
                    <a:pt x="1789" y="85"/>
                    <a:pt x="1710" y="1"/>
                    <a:pt x="1601" y="1"/>
                  </a:cubicBezTo>
                  <a:close/>
                </a:path>
              </a:pathLst>
            </a:custGeom>
            <a:solidFill>
              <a:srgbClr val="27DE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475;p25">
              <a:extLst>
                <a:ext uri="{FF2B5EF4-FFF2-40B4-BE49-F238E27FC236}">
                  <a16:creationId xmlns:a16="http://schemas.microsoft.com/office/drawing/2014/main" id="{95F769CA-DC24-CE98-AABD-AD9A89F61FB8}"/>
                </a:ext>
              </a:extLst>
            </p:cNvPr>
            <p:cNvSpPr/>
            <p:nvPr/>
          </p:nvSpPr>
          <p:spPr>
            <a:xfrm flipH="1">
              <a:off x="6928301" y="2360831"/>
              <a:ext cx="78401" cy="224996"/>
            </a:xfrm>
            <a:custGeom>
              <a:avLst/>
              <a:gdLst/>
              <a:ahLst/>
              <a:cxnLst/>
              <a:rect l="l" t="t" r="r" b="b"/>
              <a:pathLst>
                <a:path w="2020" h="5797" extrusionOk="0">
                  <a:moveTo>
                    <a:pt x="1584" y="0"/>
                  </a:moveTo>
                  <a:cubicBezTo>
                    <a:pt x="1540" y="0"/>
                    <a:pt x="1493" y="13"/>
                    <a:pt x="1438" y="44"/>
                  </a:cubicBezTo>
                  <a:lnTo>
                    <a:pt x="303" y="700"/>
                  </a:lnTo>
                  <a:cubicBezTo>
                    <a:pt x="129" y="799"/>
                    <a:pt x="0" y="1033"/>
                    <a:pt x="0" y="1234"/>
                  </a:cubicBezTo>
                  <a:lnTo>
                    <a:pt x="0" y="1257"/>
                  </a:lnTo>
                  <a:lnTo>
                    <a:pt x="238" y="5566"/>
                  </a:lnTo>
                  <a:cubicBezTo>
                    <a:pt x="245" y="5712"/>
                    <a:pt x="324" y="5797"/>
                    <a:pt x="432" y="5797"/>
                  </a:cubicBezTo>
                  <a:cubicBezTo>
                    <a:pt x="479" y="5797"/>
                    <a:pt x="528" y="5779"/>
                    <a:pt x="578" y="5753"/>
                  </a:cubicBezTo>
                  <a:lnTo>
                    <a:pt x="1717" y="5092"/>
                  </a:lnTo>
                  <a:cubicBezTo>
                    <a:pt x="1890" y="4995"/>
                    <a:pt x="2020" y="4760"/>
                    <a:pt x="2020" y="4559"/>
                  </a:cubicBezTo>
                  <a:lnTo>
                    <a:pt x="2020" y="4535"/>
                  </a:lnTo>
                  <a:lnTo>
                    <a:pt x="1782" y="228"/>
                  </a:lnTo>
                  <a:cubicBezTo>
                    <a:pt x="1775" y="82"/>
                    <a:pt x="1694" y="0"/>
                    <a:pt x="158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476;p25">
              <a:extLst>
                <a:ext uri="{FF2B5EF4-FFF2-40B4-BE49-F238E27FC236}">
                  <a16:creationId xmlns:a16="http://schemas.microsoft.com/office/drawing/2014/main" id="{28B16984-EA4B-9333-ED16-384287285289}"/>
                </a:ext>
              </a:extLst>
            </p:cNvPr>
            <p:cNvSpPr/>
            <p:nvPr/>
          </p:nvSpPr>
          <p:spPr>
            <a:xfrm flipH="1">
              <a:off x="6923954" y="2600028"/>
              <a:ext cx="69940" cy="51776"/>
            </a:xfrm>
            <a:custGeom>
              <a:avLst/>
              <a:gdLst/>
              <a:ahLst/>
              <a:cxnLst/>
              <a:rect l="l" t="t" r="r" b="b"/>
              <a:pathLst>
                <a:path w="1802" h="1334" extrusionOk="0">
                  <a:moveTo>
                    <a:pt x="1631" y="0"/>
                  </a:moveTo>
                  <a:cubicBezTo>
                    <a:pt x="1579" y="0"/>
                    <a:pt x="1517" y="18"/>
                    <a:pt x="1452" y="55"/>
                  </a:cubicBezTo>
                  <a:lnTo>
                    <a:pt x="313" y="715"/>
                  </a:lnTo>
                  <a:cubicBezTo>
                    <a:pt x="136" y="817"/>
                    <a:pt x="0" y="1027"/>
                    <a:pt x="7" y="1181"/>
                  </a:cubicBezTo>
                  <a:cubicBezTo>
                    <a:pt x="13" y="1279"/>
                    <a:pt x="76" y="1333"/>
                    <a:pt x="167" y="1333"/>
                  </a:cubicBezTo>
                  <a:cubicBezTo>
                    <a:pt x="219" y="1333"/>
                    <a:pt x="282" y="1315"/>
                    <a:pt x="347" y="1275"/>
                  </a:cubicBezTo>
                  <a:lnTo>
                    <a:pt x="1486" y="619"/>
                  </a:lnTo>
                  <a:cubicBezTo>
                    <a:pt x="1662" y="517"/>
                    <a:pt x="1802" y="307"/>
                    <a:pt x="1792" y="153"/>
                  </a:cubicBezTo>
                  <a:cubicBezTo>
                    <a:pt x="1785" y="54"/>
                    <a:pt x="1723" y="0"/>
                    <a:pt x="16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1477;p25">
              <a:extLst>
                <a:ext uri="{FF2B5EF4-FFF2-40B4-BE49-F238E27FC236}">
                  <a16:creationId xmlns:a16="http://schemas.microsoft.com/office/drawing/2014/main" id="{7935D178-741E-B09C-C044-374A7A82B3D3}"/>
                </a:ext>
              </a:extLst>
            </p:cNvPr>
            <p:cNvSpPr/>
            <p:nvPr/>
          </p:nvSpPr>
          <p:spPr>
            <a:xfrm flipH="1">
              <a:off x="5675929" y="2780424"/>
              <a:ext cx="223288" cy="241336"/>
            </a:xfrm>
            <a:custGeom>
              <a:avLst/>
              <a:gdLst/>
              <a:ahLst/>
              <a:cxnLst/>
              <a:rect l="l" t="t" r="r" b="b"/>
              <a:pathLst>
                <a:path w="5753" h="6218" extrusionOk="0">
                  <a:moveTo>
                    <a:pt x="1934" y="0"/>
                  </a:moveTo>
                  <a:lnTo>
                    <a:pt x="0" y="1140"/>
                  </a:lnTo>
                  <a:cubicBezTo>
                    <a:pt x="265" y="1989"/>
                    <a:pt x="755" y="2985"/>
                    <a:pt x="1064" y="3618"/>
                  </a:cubicBezTo>
                  <a:cubicBezTo>
                    <a:pt x="2037" y="5587"/>
                    <a:pt x="2874" y="6217"/>
                    <a:pt x="3787" y="6217"/>
                  </a:cubicBezTo>
                  <a:cubicBezTo>
                    <a:pt x="3889" y="6217"/>
                    <a:pt x="3992" y="6209"/>
                    <a:pt x="4096" y="6194"/>
                  </a:cubicBezTo>
                  <a:cubicBezTo>
                    <a:pt x="5753" y="5963"/>
                    <a:pt x="5637" y="5352"/>
                    <a:pt x="4685" y="4451"/>
                  </a:cubicBezTo>
                  <a:cubicBezTo>
                    <a:pt x="3981" y="3784"/>
                    <a:pt x="3644" y="3098"/>
                    <a:pt x="3644" y="3098"/>
                  </a:cubicBezTo>
                  <a:lnTo>
                    <a:pt x="3644" y="3098"/>
                  </a:lnTo>
                  <a:cubicBezTo>
                    <a:pt x="4015" y="3271"/>
                    <a:pt x="4311" y="3404"/>
                    <a:pt x="4532" y="3441"/>
                  </a:cubicBezTo>
                  <a:cubicBezTo>
                    <a:pt x="4584" y="3449"/>
                    <a:pt x="4632" y="3453"/>
                    <a:pt x="4678" y="3453"/>
                  </a:cubicBezTo>
                  <a:cubicBezTo>
                    <a:pt x="5021" y="3453"/>
                    <a:pt x="5193" y="3226"/>
                    <a:pt x="5229" y="3087"/>
                  </a:cubicBezTo>
                  <a:cubicBezTo>
                    <a:pt x="5259" y="2968"/>
                    <a:pt x="4953" y="2914"/>
                    <a:pt x="4559" y="2598"/>
                  </a:cubicBezTo>
                  <a:cubicBezTo>
                    <a:pt x="4059" y="2193"/>
                    <a:pt x="3774" y="1846"/>
                    <a:pt x="3142" y="1557"/>
                  </a:cubicBezTo>
                  <a:cubicBezTo>
                    <a:pt x="2903" y="1449"/>
                    <a:pt x="2400" y="1132"/>
                    <a:pt x="2298" y="895"/>
                  </a:cubicBezTo>
                  <a:cubicBezTo>
                    <a:pt x="2189" y="650"/>
                    <a:pt x="2067" y="344"/>
                    <a:pt x="1934" y="0"/>
                  </a:cubicBezTo>
                  <a:close/>
                </a:path>
              </a:pathLst>
            </a:custGeom>
            <a:solidFill>
              <a:srgbClr val="F8CF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1478;p25">
              <a:extLst>
                <a:ext uri="{FF2B5EF4-FFF2-40B4-BE49-F238E27FC236}">
                  <a16:creationId xmlns:a16="http://schemas.microsoft.com/office/drawing/2014/main" id="{46C58FDE-D7C4-EBD4-AC7B-ECA83226E9E7}"/>
                </a:ext>
              </a:extLst>
            </p:cNvPr>
            <p:cNvSpPr/>
            <p:nvPr/>
          </p:nvSpPr>
          <p:spPr>
            <a:xfrm flipH="1">
              <a:off x="5809596" y="2078670"/>
              <a:ext cx="240055" cy="754981"/>
            </a:xfrm>
            <a:custGeom>
              <a:avLst/>
              <a:gdLst/>
              <a:ahLst/>
              <a:cxnLst/>
              <a:rect l="l" t="t" r="r" b="b"/>
              <a:pathLst>
                <a:path w="6185" h="19452" extrusionOk="0">
                  <a:moveTo>
                    <a:pt x="1108" y="1"/>
                  </a:moveTo>
                  <a:cubicBezTo>
                    <a:pt x="1108" y="1"/>
                    <a:pt x="707" y="1130"/>
                    <a:pt x="316" y="1796"/>
                  </a:cubicBezTo>
                  <a:cubicBezTo>
                    <a:pt x="0" y="2334"/>
                    <a:pt x="266" y="10925"/>
                    <a:pt x="425" y="11645"/>
                  </a:cubicBezTo>
                  <a:cubicBezTo>
                    <a:pt x="585" y="12367"/>
                    <a:pt x="3726" y="19390"/>
                    <a:pt x="3726" y="19390"/>
                  </a:cubicBezTo>
                  <a:cubicBezTo>
                    <a:pt x="3726" y="19390"/>
                    <a:pt x="3930" y="19451"/>
                    <a:pt x="4250" y="19451"/>
                  </a:cubicBezTo>
                  <a:cubicBezTo>
                    <a:pt x="4731" y="19451"/>
                    <a:pt x="5476" y="19314"/>
                    <a:pt x="6184" y="18625"/>
                  </a:cubicBezTo>
                  <a:lnTo>
                    <a:pt x="3848" y="11268"/>
                  </a:lnTo>
                  <a:lnTo>
                    <a:pt x="3702" y="4998"/>
                  </a:lnTo>
                  <a:cubicBezTo>
                    <a:pt x="3702" y="4998"/>
                    <a:pt x="3795" y="481"/>
                    <a:pt x="1108" y="1"/>
                  </a:cubicBezTo>
                  <a:close/>
                </a:path>
              </a:pathLst>
            </a:custGeom>
            <a:solidFill>
              <a:srgbClr val="27DE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1479;p25">
              <a:extLst>
                <a:ext uri="{FF2B5EF4-FFF2-40B4-BE49-F238E27FC236}">
                  <a16:creationId xmlns:a16="http://schemas.microsoft.com/office/drawing/2014/main" id="{65517523-CE2C-CF61-0E44-E9262F946A02}"/>
                </a:ext>
              </a:extLst>
            </p:cNvPr>
            <p:cNvSpPr/>
            <p:nvPr/>
          </p:nvSpPr>
          <p:spPr>
            <a:xfrm flipH="1">
              <a:off x="5809597" y="2078670"/>
              <a:ext cx="197051" cy="754981"/>
            </a:xfrm>
            <a:custGeom>
              <a:avLst/>
              <a:gdLst/>
              <a:ahLst/>
              <a:cxnLst/>
              <a:rect l="l" t="t" r="r" b="b"/>
              <a:pathLst>
                <a:path w="5077" h="19452" extrusionOk="0">
                  <a:moveTo>
                    <a:pt x="0" y="1"/>
                  </a:moveTo>
                  <a:lnTo>
                    <a:pt x="0" y="1"/>
                  </a:lnTo>
                  <a:cubicBezTo>
                    <a:pt x="1687" y="521"/>
                    <a:pt x="1714" y="1589"/>
                    <a:pt x="1894" y="3921"/>
                  </a:cubicBezTo>
                  <a:cubicBezTo>
                    <a:pt x="2054" y="5941"/>
                    <a:pt x="2152" y="18160"/>
                    <a:pt x="2152" y="18160"/>
                  </a:cubicBezTo>
                  <a:cubicBezTo>
                    <a:pt x="2132" y="18176"/>
                    <a:pt x="2111" y="18190"/>
                    <a:pt x="2091" y="18207"/>
                  </a:cubicBezTo>
                  <a:cubicBezTo>
                    <a:pt x="2407" y="18918"/>
                    <a:pt x="2618" y="19390"/>
                    <a:pt x="2618" y="19390"/>
                  </a:cubicBezTo>
                  <a:cubicBezTo>
                    <a:pt x="2618" y="19390"/>
                    <a:pt x="2822" y="19451"/>
                    <a:pt x="3142" y="19451"/>
                  </a:cubicBezTo>
                  <a:cubicBezTo>
                    <a:pt x="3621" y="19451"/>
                    <a:pt x="4366" y="19312"/>
                    <a:pt x="5076" y="18625"/>
                  </a:cubicBezTo>
                  <a:lnTo>
                    <a:pt x="2740" y="11268"/>
                  </a:lnTo>
                  <a:lnTo>
                    <a:pt x="2594" y="4998"/>
                  </a:lnTo>
                  <a:lnTo>
                    <a:pt x="2594" y="4948"/>
                  </a:lnTo>
                  <a:cubicBezTo>
                    <a:pt x="2594" y="4441"/>
                    <a:pt x="2516" y="450"/>
                    <a:pt x="0" y="1"/>
                  </a:cubicBezTo>
                  <a:close/>
                </a:path>
              </a:pathLst>
            </a:custGeom>
            <a:solidFill>
              <a:srgbClr val="146F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1480;p25">
              <a:extLst>
                <a:ext uri="{FF2B5EF4-FFF2-40B4-BE49-F238E27FC236}">
                  <a16:creationId xmlns:a16="http://schemas.microsoft.com/office/drawing/2014/main" id="{2AD8B5A9-2463-878C-E922-2269ECAFC96E}"/>
                </a:ext>
              </a:extLst>
            </p:cNvPr>
            <p:cNvSpPr/>
            <p:nvPr/>
          </p:nvSpPr>
          <p:spPr>
            <a:xfrm flipH="1">
              <a:off x="6298624" y="3847513"/>
              <a:ext cx="90278" cy="154435"/>
            </a:xfrm>
            <a:custGeom>
              <a:avLst/>
              <a:gdLst/>
              <a:ahLst/>
              <a:cxnLst/>
              <a:rect l="l" t="t" r="r" b="b"/>
              <a:pathLst>
                <a:path w="2326" h="3979" extrusionOk="0">
                  <a:moveTo>
                    <a:pt x="0" y="1"/>
                  </a:moveTo>
                  <a:lnTo>
                    <a:pt x="0" y="3979"/>
                  </a:lnTo>
                  <a:lnTo>
                    <a:pt x="2326" y="3979"/>
                  </a:lnTo>
                  <a:lnTo>
                    <a:pt x="2326" y="1"/>
                  </a:lnTo>
                  <a:close/>
                </a:path>
              </a:pathLst>
            </a:custGeom>
            <a:solidFill>
              <a:srgbClr val="F8CF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1481;p25">
              <a:extLst>
                <a:ext uri="{FF2B5EF4-FFF2-40B4-BE49-F238E27FC236}">
                  <a16:creationId xmlns:a16="http://schemas.microsoft.com/office/drawing/2014/main" id="{35BF0ACB-18E2-1592-92D5-6F808627585D}"/>
                </a:ext>
              </a:extLst>
            </p:cNvPr>
            <p:cNvSpPr/>
            <p:nvPr/>
          </p:nvSpPr>
          <p:spPr>
            <a:xfrm flipH="1">
              <a:off x="5925335" y="3721646"/>
              <a:ext cx="94664" cy="166544"/>
            </a:xfrm>
            <a:custGeom>
              <a:avLst/>
              <a:gdLst/>
              <a:ahLst/>
              <a:cxnLst/>
              <a:rect l="l" t="t" r="r" b="b"/>
              <a:pathLst>
                <a:path w="2439" h="4291" extrusionOk="0">
                  <a:moveTo>
                    <a:pt x="1" y="0"/>
                  </a:moveTo>
                  <a:lnTo>
                    <a:pt x="1" y="4212"/>
                  </a:lnTo>
                  <a:lnTo>
                    <a:pt x="2323" y="4291"/>
                  </a:lnTo>
                  <a:lnTo>
                    <a:pt x="2439" y="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8CF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1482;p25">
              <a:extLst>
                <a:ext uri="{FF2B5EF4-FFF2-40B4-BE49-F238E27FC236}">
                  <a16:creationId xmlns:a16="http://schemas.microsoft.com/office/drawing/2014/main" id="{D6734BC6-DE8D-366A-9162-2D9498D0F245}"/>
                </a:ext>
              </a:extLst>
            </p:cNvPr>
            <p:cNvSpPr/>
            <p:nvPr/>
          </p:nvSpPr>
          <p:spPr>
            <a:xfrm flipH="1">
              <a:off x="5913952" y="2726825"/>
              <a:ext cx="498702" cy="1210019"/>
            </a:xfrm>
            <a:custGeom>
              <a:avLst/>
              <a:gdLst/>
              <a:ahLst/>
              <a:cxnLst/>
              <a:rect l="l" t="t" r="r" b="b"/>
              <a:pathLst>
                <a:path w="12849" h="31176" extrusionOk="0">
                  <a:moveTo>
                    <a:pt x="12151" y="1"/>
                  </a:moveTo>
                  <a:lnTo>
                    <a:pt x="938" y="481"/>
                  </a:lnTo>
                  <a:cubicBezTo>
                    <a:pt x="938" y="2700"/>
                    <a:pt x="786" y="15603"/>
                    <a:pt x="786" y="15603"/>
                  </a:cubicBezTo>
                  <a:cubicBezTo>
                    <a:pt x="734" y="16238"/>
                    <a:pt x="119" y="17374"/>
                    <a:pt x="72" y="19676"/>
                  </a:cubicBezTo>
                  <a:cubicBezTo>
                    <a:pt x="0" y="23011"/>
                    <a:pt x="513" y="30868"/>
                    <a:pt x="513" y="30868"/>
                  </a:cubicBezTo>
                  <a:cubicBezTo>
                    <a:pt x="513" y="30868"/>
                    <a:pt x="1043" y="31175"/>
                    <a:pt x="1844" y="31175"/>
                  </a:cubicBezTo>
                  <a:cubicBezTo>
                    <a:pt x="2214" y="31175"/>
                    <a:pt x="2641" y="31110"/>
                    <a:pt x="3101" y="30919"/>
                  </a:cubicBezTo>
                  <a:cubicBezTo>
                    <a:pt x="3101" y="30919"/>
                    <a:pt x="4927" y="19805"/>
                    <a:pt x="5341" y="16504"/>
                  </a:cubicBezTo>
                  <a:cubicBezTo>
                    <a:pt x="5705" y="13624"/>
                    <a:pt x="6959" y="5934"/>
                    <a:pt x="6959" y="5934"/>
                  </a:cubicBezTo>
                  <a:lnTo>
                    <a:pt x="8734" y="15670"/>
                  </a:lnTo>
                  <a:cubicBezTo>
                    <a:pt x="8734" y="15670"/>
                    <a:pt x="8306" y="17387"/>
                    <a:pt x="8448" y="19363"/>
                  </a:cubicBezTo>
                  <a:cubicBezTo>
                    <a:pt x="8558" y="20889"/>
                    <a:pt x="9972" y="28539"/>
                    <a:pt x="9972" y="28539"/>
                  </a:cubicBezTo>
                  <a:cubicBezTo>
                    <a:pt x="9972" y="28539"/>
                    <a:pt x="10560" y="28938"/>
                    <a:pt x="11502" y="28938"/>
                  </a:cubicBezTo>
                  <a:cubicBezTo>
                    <a:pt x="11843" y="28938"/>
                    <a:pt x="12231" y="28886"/>
                    <a:pt x="12654" y="28743"/>
                  </a:cubicBezTo>
                  <a:cubicBezTo>
                    <a:pt x="12654" y="28743"/>
                    <a:pt x="12790" y="16739"/>
                    <a:pt x="12817" y="15338"/>
                  </a:cubicBezTo>
                  <a:cubicBezTo>
                    <a:pt x="12848" y="13740"/>
                    <a:pt x="12151" y="1"/>
                    <a:pt x="12151" y="1"/>
                  </a:cubicBezTo>
                  <a:close/>
                </a:path>
              </a:pathLst>
            </a:custGeom>
            <a:solidFill>
              <a:srgbClr val="146B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1483;p25">
              <a:extLst>
                <a:ext uri="{FF2B5EF4-FFF2-40B4-BE49-F238E27FC236}">
                  <a16:creationId xmlns:a16="http://schemas.microsoft.com/office/drawing/2014/main" id="{8672AB68-9D15-9DB1-797C-A4375244843E}"/>
                </a:ext>
              </a:extLst>
            </p:cNvPr>
            <p:cNvSpPr/>
            <p:nvPr/>
          </p:nvSpPr>
          <p:spPr>
            <a:xfrm flipH="1">
              <a:off x="6179857" y="3944425"/>
              <a:ext cx="234156" cy="262528"/>
            </a:xfrm>
            <a:custGeom>
              <a:avLst/>
              <a:gdLst/>
              <a:ahLst/>
              <a:cxnLst/>
              <a:rect l="l" t="t" r="r" b="b"/>
              <a:pathLst>
                <a:path w="6033" h="6764" extrusionOk="0">
                  <a:moveTo>
                    <a:pt x="631" y="0"/>
                  </a:moveTo>
                  <a:cubicBezTo>
                    <a:pt x="499" y="0"/>
                    <a:pt x="388" y="433"/>
                    <a:pt x="283" y="829"/>
                  </a:cubicBezTo>
                  <a:cubicBezTo>
                    <a:pt x="158" y="1305"/>
                    <a:pt x="1" y="1841"/>
                    <a:pt x="198" y="2318"/>
                  </a:cubicBezTo>
                  <a:cubicBezTo>
                    <a:pt x="307" y="2583"/>
                    <a:pt x="481" y="2814"/>
                    <a:pt x="644" y="3052"/>
                  </a:cubicBezTo>
                  <a:cubicBezTo>
                    <a:pt x="923" y="3464"/>
                    <a:pt x="1171" y="3912"/>
                    <a:pt x="1225" y="4402"/>
                  </a:cubicBezTo>
                  <a:cubicBezTo>
                    <a:pt x="1249" y="4619"/>
                    <a:pt x="1239" y="4837"/>
                    <a:pt x="1273" y="5051"/>
                  </a:cubicBezTo>
                  <a:cubicBezTo>
                    <a:pt x="1392" y="5796"/>
                    <a:pt x="1915" y="6377"/>
                    <a:pt x="2640" y="6588"/>
                  </a:cubicBezTo>
                  <a:cubicBezTo>
                    <a:pt x="3016" y="6699"/>
                    <a:pt x="3453" y="6763"/>
                    <a:pt x="3899" y="6763"/>
                  </a:cubicBezTo>
                  <a:cubicBezTo>
                    <a:pt x="4572" y="6763"/>
                    <a:pt x="5263" y="6617"/>
                    <a:pt x="5791" y="6265"/>
                  </a:cubicBezTo>
                  <a:cubicBezTo>
                    <a:pt x="6032" y="6105"/>
                    <a:pt x="5982" y="5408"/>
                    <a:pt x="5842" y="5160"/>
                  </a:cubicBezTo>
                  <a:cubicBezTo>
                    <a:pt x="5699" y="4909"/>
                    <a:pt x="5298" y="4551"/>
                    <a:pt x="5121" y="4327"/>
                  </a:cubicBezTo>
                  <a:cubicBezTo>
                    <a:pt x="4366" y="3382"/>
                    <a:pt x="4091" y="3079"/>
                    <a:pt x="3765" y="2270"/>
                  </a:cubicBezTo>
                  <a:cubicBezTo>
                    <a:pt x="3561" y="1774"/>
                    <a:pt x="3465" y="1512"/>
                    <a:pt x="3357" y="1080"/>
                  </a:cubicBezTo>
                  <a:cubicBezTo>
                    <a:pt x="3285" y="801"/>
                    <a:pt x="3255" y="638"/>
                    <a:pt x="3221" y="424"/>
                  </a:cubicBezTo>
                  <a:cubicBezTo>
                    <a:pt x="3174" y="129"/>
                    <a:pt x="3097" y="6"/>
                    <a:pt x="2977" y="6"/>
                  </a:cubicBezTo>
                  <a:cubicBezTo>
                    <a:pt x="2976" y="6"/>
                    <a:pt x="2974" y="6"/>
                    <a:pt x="2973" y="6"/>
                  </a:cubicBezTo>
                  <a:lnTo>
                    <a:pt x="2973" y="335"/>
                  </a:lnTo>
                  <a:cubicBezTo>
                    <a:pt x="2976" y="574"/>
                    <a:pt x="2272" y="650"/>
                    <a:pt x="1896" y="650"/>
                  </a:cubicBezTo>
                  <a:cubicBezTo>
                    <a:pt x="1865" y="650"/>
                    <a:pt x="1836" y="650"/>
                    <a:pt x="1810" y="649"/>
                  </a:cubicBezTo>
                  <a:cubicBezTo>
                    <a:pt x="1283" y="628"/>
                    <a:pt x="817" y="445"/>
                    <a:pt x="647" y="258"/>
                  </a:cubicBezTo>
                  <a:lnTo>
                    <a:pt x="647" y="2"/>
                  </a:lnTo>
                  <a:cubicBezTo>
                    <a:pt x="642" y="1"/>
                    <a:pt x="636" y="0"/>
                    <a:pt x="63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1484;p25">
              <a:extLst>
                <a:ext uri="{FF2B5EF4-FFF2-40B4-BE49-F238E27FC236}">
                  <a16:creationId xmlns:a16="http://schemas.microsoft.com/office/drawing/2014/main" id="{51330450-64BB-A4EF-C1FA-A1BDCBCA59E6}"/>
                </a:ext>
              </a:extLst>
            </p:cNvPr>
            <p:cNvSpPr/>
            <p:nvPr/>
          </p:nvSpPr>
          <p:spPr>
            <a:xfrm flipH="1">
              <a:off x="5709343" y="3854421"/>
              <a:ext cx="344422" cy="177373"/>
            </a:xfrm>
            <a:custGeom>
              <a:avLst/>
              <a:gdLst/>
              <a:ahLst/>
              <a:cxnLst/>
              <a:rect l="l" t="t" r="r" b="b"/>
              <a:pathLst>
                <a:path w="8874" h="4570" extrusionOk="0">
                  <a:moveTo>
                    <a:pt x="857" y="1"/>
                  </a:moveTo>
                  <a:cubicBezTo>
                    <a:pt x="645" y="1"/>
                    <a:pt x="466" y="992"/>
                    <a:pt x="323" y="1634"/>
                  </a:cubicBezTo>
                  <a:cubicBezTo>
                    <a:pt x="191" y="2236"/>
                    <a:pt x="0" y="2933"/>
                    <a:pt x="474" y="3263"/>
                  </a:cubicBezTo>
                  <a:cubicBezTo>
                    <a:pt x="833" y="3510"/>
                    <a:pt x="1609" y="3576"/>
                    <a:pt x="2244" y="3576"/>
                  </a:cubicBezTo>
                  <a:cubicBezTo>
                    <a:pt x="2448" y="3576"/>
                    <a:pt x="2638" y="3569"/>
                    <a:pt x="2795" y="3559"/>
                  </a:cubicBezTo>
                  <a:cubicBezTo>
                    <a:pt x="2811" y="3558"/>
                    <a:pt x="2828" y="3558"/>
                    <a:pt x="2844" y="3558"/>
                  </a:cubicBezTo>
                  <a:cubicBezTo>
                    <a:pt x="3489" y="3558"/>
                    <a:pt x="4474" y="4246"/>
                    <a:pt x="5236" y="4416"/>
                  </a:cubicBezTo>
                  <a:cubicBezTo>
                    <a:pt x="5716" y="4524"/>
                    <a:pt x="6169" y="4569"/>
                    <a:pt x="6578" y="4569"/>
                  </a:cubicBezTo>
                  <a:cubicBezTo>
                    <a:pt x="7391" y="4569"/>
                    <a:pt x="8029" y="4390"/>
                    <a:pt x="8357" y="4171"/>
                  </a:cubicBezTo>
                  <a:cubicBezTo>
                    <a:pt x="8853" y="3841"/>
                    <a:pt x="8874" y="3266"/>
                    <a:pt x="8395" y="3049"/>
                  </a:cubicBezTo>
                  <a:cubicBezTo>
                    <a:pt x="7629" y="2706"/>
                    <a:pt x="5940" y="2036"/>
                    <a:pt x="5070" y="1601"/>
                  </a:cubicBezTo>
                  <a:cubicBezTo>
                    <a:pt x="4549" y="1339"/>
                    <a:pt x="4023" y="965"/>
                    <a:pt x="3703" y="614"/>
                  </a:cubicBezTo>
                  <a:cubicBezTo>
                    <a:pt x="3435" y="329"/>
                    <a:pt x="3339" y="156"/>
                    <a:pt x="3217" y="153"/>
                  </a:cubicBezTo>
                  <a:lnTo>
                    <a:pt x="3203" y="512"/>
                  </a:lnTo>
                  <a:cubicBezTo>
                    <a:pt x="2988" y="621"/>
                    <a:pt x="2670" y="671"/>
                    <a:pt x="2336" y="671"/>
                  </a:cubicBezTo>
                  <a:cubicBezTo>
                    <a:pt x="1721" y="671"/>
                    <a:pt x="1052" y="502"/>
                    <a:pt x="871" y="227"/>
                  </a:cubicBezTo>
                  <a:lnTo>
                    <a:pt x="871" y="2"/>
                  </a:lnTo>
                  <a:cubicBezTo>
                    <a:pt x="866" y="1"/>
                    <a:pt x="862" y="1"/>
                    <a:pt x="85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1485;p25">
              <a:extLst>
                <a:ext uri="{FF2B5EF4-FFF2-40B4-BE49-F238E27FC236}">
                  <a16:creationId xmlns:a16="http://schemas.microsoft.com/office/drawing/2014/main" id="{6FFD5A6E-6724-28F1-38BE-B32CA541035C}"/>
                </a:ext>
              </a:extLst>
            </p:cNvPr>
            <p:cNvSpPr/>
            <p:nvPr/>
          </p:nvSpPr>
          <p:spPr>
            <a:xfrm flipH="1">
              <a:off x="6016891" y="2885061"/>
              <a:ext cx="125675" cy="423871"/>
            </a:xfrm>
            <a:custGeom>
              <a:avLst/>
              <a:gdLst/>
              <a:ahLst/>
              <a:cxnLst/>
              <a:rect l="l" t="t" r="r" b="b"/>
              <a:pathLst>
                <a:path w="3238" h="10921" extrusionOk="0">
                  <a:moveTo>
                    <a:pt x="3237" y="0"/>
                  </a:moveTo>
                  <a:lnTo>
                    <a:pt x="3237" y="0"/>
                  </a:lnTo>
                  <a:cubicBezTo>
                    <a:pt x="1857" y="1333"/>
                    <a:pt x="0" y="1857"/>
                    <a:pt x="0" y="1857"/>
                  </a:cubicBezTo>
                  <a:lnTo>
                    <a:pt x="1653" y="10920"/>
                  </a:lnTo>
                  <a:lnTo>
                    <a:pt x="755" y="2258"/>
                  </a:lnTo>
                  <a:cubicBezTo>
                    <a:pt x="2611" y="1170"/>
                    <a:pt x="3237" y="1"/>
                    <a:pt x="3237" y="0"/>
                  </a:cubicBezTo>
                  <a:close/>
                </a:path>
              </a:pathLst>
            </a:custGeom>
            <a:solidFill>
              <a:srgbClr val="125A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1486;p25">
              <a:extLst>
                <a:ext uri="{FF2B5EF4-FFF2-40B4-BE49-F238E27FC236}">
                  <a16:creationId xmlns:a16="http://schemas.microsoft.com/office/drawing/2014/main" id="{E5FD8538-85F8-8CED-9534-43BBA90EB672}"/>
                </a:ext>
              </a:extLst>
            </p:cNvPr>
            <p:cNvSpPr/>
            <p:nvPr/>
          </p:nvSpPr>
          <p:spPr>
            <a:xfrm flipH="1">
              <a:off x="5933089" y="2080921"/>
              <a:ext cx="420883" cy="711550"/>
            </a:xfrm>
            <a:custGeom>
              <a:avLst/>
              <a:gdLst/>
              <a:ahLst/>
              <a:cxnLst/>
              <a:rect l="l" t="t" r="r" b="b"/>
              <a:pathLst>
                <a:path w="10844" h="18333" extrusionOk="0">
                  <a:moveTo>
                    <a:pt x="6852" y="1"/>
                  </a:moveTo>
                  <a:lnTo>
                    <a:pt x="3456" y="99"/>
                  </a:lnTo>
                  <a:cubicBezTo>
                    <a:pt x="2667" y="290"/>
                    <a:pt x="1072" y="551"/>
                    <a:pt x="715" y="2125"/>
                  </a:cubicBezTo>
                  <a:cubicBezTo>
                    <a:pt x="286" y="4019"/>
                    <a:pt x="147" y="8137"/>
                    <a:pt x="147" y="8137"/>
                  </a:cubicBezTo>
                  <a:lnTo>
                    <a:pt x="1" y="17302"/>
                  </a:lnTo>
                  <a:cubicBezTo>
                    <a:pt x="797" y="17883"/>
                    <a:pt x="2655" y="18332"/>
                    <a:pt x="4736" y="18332"/>
                  </a:cubicBezTo>
                  <a:cubicBezTo>
                    <a:pt x="6832" y="18332"/>
                    <a:pt x="9154" y="17877"/>
                    <a:pt x="10843" y="16643"/>
                  </a:cubicBezTo>
                  <a:cubicBezTo>
                    <a:pt x="10843" y="16643"/>
                    <a:pt x="10432" y="5638"/>
                    <a:pt x="10432" y="3925"/>
                  </a:cubicBezTo>
                  <a:cubicBezTo>
                    <a:pt x="10432" y="2211"/>
                    <a:pt x="9480" y="154"/>
                    <a:pt x="6852" y="1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1487;p25">
              <a:extLst>
                <a:ext uri="{FF2B5EF4-FFF2-40B4-BE49-F238E27FC236}">
                  <a16:creationId xmlns:a16="http://schemas.microsoft.com/office/drawing/2014/main" id="{DE4D973E-1941-D5FA-F73E-3548A94A26BD}"/>
                </a:ext>
              </a:extLst>
            </p:cNvPr>
            <p:cNvSpPr/>
            <p:nvPr/>
          </p:nvSpPr>
          <p:spPr>
            <a:xfrm flipH="1">
              <a:off x="5923082" y="2065203"/>
              <a:ext cx="166428" cy="753545"/>
            </a:xfrm>
            <a:custGeom>
              <a:avLst/>
              <a:gdLst/>
              <a:ahLst/>
              <a:cxnLst/>
              <a:rect l="l" t="t" r="r" b="b"/>
              <a:pathLst>
                <a:path w="4288" h="19415" extrusionOk="0">
                  <a:moveTo>
                    <a:pt x="3" y="1"/>
                  </a:moveTo>
                  <a:lnTo>
                    <a:pt x="0" y="229"/>
                  </a:lnTo>
                  <a:cubicBezTo>
                    <a:pt x="0" y="229"/>
                    <a:pt x="1183" y="1164"/>
                    <a:pt x="1503" y="2551"/>
                  </a:cubicBezTo>
                  <a:cubicBezTo>
                    <a:pt x="1823" y="3938"/>
                    <a:pt x="1874" y="19414"/>
                    <a:pt x="1874" y="19414"/>
                  </a:cubicBezTo>
                  <a:cubicBezTo>
                    <a:pt x="1874" y="19414"/>
                    <a:pt x="3516" y="19111"/>
                    <a:pt x="4287" y="18507"/>
                  </a:cubicBezTo>
                  <a:cubicBezTo>
                    <a:pt x="4287" y="18507"/>
                    <a:pt x="4189" y="6288"/>
                    <a:pt x="4029" y="4268"/>
                  </a:cubicBezTo>
                  <a:cubicBezTo>
                    <a:pt x="3794" y="1205"/>
                    <a:pt x="3818" y="324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1488;p25">
              <a:extLst>
                <a:ext uri="{FF2B5EF4-FFF2-40B4-BE49-F238E27FC236}">
                  <a16:creationId xmlns:a16="http://schemas.microsoft.com/office/drawing/2014/main" id="{1381F895-4786-9BCC-6559-60837AE415FF}"/>
                </a:ext>
              </a:extLst>
            </p:cNvPr>
            <p:cNvSpPr/>
            <p:nvPr/>
          </p:nvSpPr>
          <p:spPr>
            <a:xfrm flipH="1">
              <a:off x="6153853" y="2065203"/>
              <a:ext cx="240599" cy="757504"/>
            </a:xfrm>
            <a:custGeom>
              <a:avLst/>
              <a:gdLst/>
              <a:ahLst/>
              <a:cxnLst/>
              <a:rect l="l" t="t" r="r" b="b"/>
              <a:pathLst>
                <a:path w="6199" h="19517" extrusionOk="0">
                  <a:moveTo>
                    <a:pt x="3808" y="1"/>
                  </a:moveTo>
                  <a:cubicBezTo>
                    <a:pt x="3808" y="1"/>
                    <a:pt x="3808" y="1"/>
                    <a:pt x="3808" y="1"/>
                  </a:cubicBezTo>
                  <a:cubicBezTo>
                    <a:pt x="3808" y="1"/>
                    <a:pt x="2363" y="304"/>
                    <a:pt x="1201" y="773"/>
                  </a:cubicBezTo>
                  <a:cubicBezTo>
                    <a:pt x="562" y="1028"/>
                    <a:pt x="96" y="3605"/>
                    <a:pt x="44" y="5598"/>
                  </a:cubicBezTo>
                  <a:cubicBezTo>
                    <a:pt x="0" y="7338"/>
                    <a:pt x="276" y="18575"/>
                    <a:pt x="276" y="18575"/>
                  </a:cubicBezTo>
                  <a:cubicBezTo>
                    <a:pt x="1567" y="19347"/>
                    <a:pt x="3280" y="19516"/>
                    <a:pt x="4532" y="19516"/>
                  </a:cubicBezTo>
                  <a:cubicBezTo>
                    <a:pt x="5504" y="19516"/>
                    <a:pt x="6198" y="19414"/>
                    <a:pt x="6198" y="19414"/>
                  </a:cubicBezTo>
                  <a:cubicBezTo>
                    <a:pt x="6198" y="19414"/>
                    <a:pt x="6042" y="11343"/>
                    <a:pt x="6021" y="6709"/>
                  </a:cubicBezTo>
                  <a:cubicBezTo>
                    <a:pt x="5998" y="1354"/>
                    <a:pt x="3814" y="1"/>
                    <a:pt x="380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1489;p25">
              <a:extLst>
                <a:ext uri="{FF2B5EF4-FFF2-40B4-BE49-F238E27FC236}">
                  <a16:creationId xmlns:a16="http://schemas.microsoft.com/office/drawing/2014/main" id="{191EA0E9-4D4B-9791-F4A9-A04BAD46A16E}"/>
                </a:ext>
              </a:extLst>
            </p:cNvPr>
            <p:cNvSpPr/>
            <p:nvPr/>
          </p:nvSpPr>
          <p:spPr>
            <a:xfrm flipH="1">
              <a:off x="6332528" y="2123265"/>
              <a:ext cx="715470" cy="404543"/>
            </a:xfrm>
            <a:custGeom>
              <a:avLst/>
              <a:gdLst/>
              <a:ahLst/>
              <a:cxnLst/>
              <a:rect l="l" t="t" r="r" b="b"/>
              <a:pathLst>
                <a:path w="18434" h="10423" extrusionOk="0">
                  <a:moveTo>
                    <a:pt x="4188" y="1"/>
                  </a:moveTo>
                  <a:cubicBezTo>
                    <a:pt x="4055" y="1"/>
                    <a:pt x="3918" y="115"/>
                    <a:pt x="3876" y="253"/>
                  </a:cubicBezTo>
                  <a:cubicBezTo>
                    <a:pt x="3825" y="427"/>
                    <a:pt x="3883" y="617"/>
                    <a:pt x="3941" y="790"/>
                  </a:cubicBezTo>
                  <a:cubicBezTo>
                    <a:pt x="4015" y="1018"/>
                    <a:pt x="4247" y="1337"/>
                    <a:pt x="3924" y="1389"/>
                  </a:cubicBezTo>
                  <a:cubicBezTo>
                    <a:pt x="3884" y="1395"/>
                    <a:pt x="3843" y="1398"/>
                    <a:pt x="3803" y="1398"/>
                  </a:cubicBezTo>
                  <a:cubicBezTo>
                    <a:pt x="3567" y="1398"/>
                    <a:pt x="3324" y="1298"/>
                    <a:pt x="3117" y="1208"/>
                  </a:cubicBezTo>
                  <a:cubicBezTo>
                    <a:pt x="2703" y="1031"/>
                    <a:pt x="2298" y="835"/>
                    <a:pt x="1901" y="623"/>
                  </a:cubicBezTo>
                  <a:cubicBezTo>
                    <a:pt x="1642" y="488"/>
                    <a:pt x="1377" y="338"/>
                    <a:pt x="1088" y="334"/>
                  </a:cubicBezTo>
                  <a:cubicBezTo>
                    <a:pt x="1084" y="334"/>
                    <a:pt x="1080" y="334"/>
                    <a:pt x="1075" y="334"/>
                  </a:cubicBezTo>
                  <a:cubicBezTo>
                    <a:pt x="655" y="334"/>
                    <a:pt x="274" y="655"/>
                    <a:pt x="139" y="1052"/>
                  </a:cubicBezTo>
                  <a:cubicBezTo>
                    <a:pt x="0" y="1453"/>
                    <a:pt x="85" y="1905"/>
                    <a:pt x="289" y="2279"/>
                  </a:cubicBezTo>
                  <a:cubicBezTo>
                    <a:pt x="493" y="2650"/>
                    <a:pt x="806" y="2949"/>
                    <a:pt x="1143" y="3211"/>
                  </a:cubicBezTo>
                  <a:cubicBezTo>
                    <a:pt x="1870" y="3772"/>
                    <a:pt x="2832" y="4030"/>
                    <a:pt x="3713" y="4265"/>
                  </a:cubicBezTo>
                  <a:cubicBezTo>
                    <a:pt x="4137" y="4377"/>
                    <a:pt x="4423" y="4510"/>
                    <a:pt x="4953" y="4842"/>
                  </a:cubicBezTo>
                  <a:cubicBezTo>
                    <a:pt x="5657" y="5335"/>
                    <a:pt x="9312" y="8450"/>
                    <a:pt x="11063" y="9732"/>
                  </a:cubicBezTo>
                  <a:cubicBezTo>
                    <a:pt x="11731" y="10221"/>
                    <a:pt x="12198" y="10423"/>
                    <a:pt x="12583" y="10423"/>
                  </a:cubicBezTo>
                  <a:cubicBezTo>
                    <a:pt x="13111" y="10423"/>
                    <a:pt x="13486" y="10043"/>
                    <a:pt x="14021" y="9500"/>
                  </a:cubicBezTo>
                  <a:cubicBezTo>
                    <a:pt x="14945" y="8562"/>
                    <a:pt x="18434" y="4155"/>
                    <a:pt x="18434" y="4155"/>
                  </a:cubicBezTo>
                  <a:lnTo>
                    <a:pt x="15622" y="2208"/>
                  </a:lnTo>
                  <a:cubicBezTo>
                    <a:pt x="14599" y="3951"/>
                    <a:pt x="12375" y="7467"/>
                    <a:pt x="12375" y="7467"/>
                  </a:cubicBezTo>
                  <a:cubicBezTo>
                    <a:pt x="12179" y="7314"/>
                    <a:pt x="7503" y="4387"/>
                    <a:pt x="6450" y="3082"/>
                  </a:cubicBezTo>
                  <a:cubicBezTo>
                    <a:pt x="6202" y="2568"/>
                    <a:pt x="6008" y="2140"/>
                    <a:pt x="5657" y="1681"/>
                  </a:cubicBezTo>
                  <a:cubicBezTo>
                    <a:pt x="5253" y="1154"/>
                    <a:pt x="4838" y="637"/>
                    <a:pt x="4410" y="134"/>
                  </a:cubicBezTo>
                  <a:cubicBezTo>
                    <a:pt x="4376" y="96"/>
                    <a:pt x="4341" y="55"/>
                    <a:pt x="4301" y="32"/>
                  </a:cubicBezTo>
                  <a:cubicBezTo>
                    <a:pt x="4265" y="10"/>
                    <a:pt x="4227" y="1"/>
                    <a:pt x="4188" y="1"/>
                  </a:cubicBezTo>
                  <a:close/>
                </a:path>
              </a:pathLst>
            </a:custGeom>
            <a:solidFill>
              <a:srgbClr val="F8CF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6" name="Google Shape;1490;p25">
              <a:extLst>
                <a:ext uri="{FF2B5EF4-FFF2-40B4-BE49-F238E27FC236}">
                  <a16:creationId xmlns:a16="http://schemas.microsoft.com/office/drawing/2014/main" id="{B37B942E-8299-33C4-D7A9-72CD6ED643E0}"/>
                </a:ext>
              </a:extLst>
            </p:cNvPr>
            <p:cNvSpPr/>
            <p:nvPr/>
          </p:nvSpPr>
          <p:spPr>
            <a:xfrm flipH="1">
              <a:off x="6282233" y="2085967"/>
              <a:ext cx="549507" cy="450419"/>
            </a:xfrm>
            <a:custGeom>
              <a:avLst/>
              <a:gdLst/>
              <a:ahLst/>
              <a:cxnLst/>
              <a:rect l="l" t="t" r="r" b="b"/>
              <a:pathLst>
                <a:path w="14158" h="11605" extrusionOk="0">
                  <a:moveTo>
                    <a:pt x="13117" y="0"/>
                  </a:moveTo>
                  <a:lnTo>
                    <a:pt x="13117" y="0"/>
                  </a:lnTo>
                  <a:cubicBezTo>
                    <a:pt x="10737" y="694"/>
                    <a:pt x="10897" y="1537"/>
                    <a:pt x="9316" y="4063"/>
                  </a:cubicBezTo>
                  <a:cubicBezTo>
                    <a:pt x="7732" y="6589"/>
                    <a:pt x="6674" y="7735"/>
                    <a:pt x="6674" y="7735"/>
                  </a:cubicBezTo>
                  <a:lnTo>
                    <a:pt x="1622" y="4553"/>
                  </a:lnTo>
                  <a:cubicBezTo>
                    <a:pt x="1622" y="4553"/>
                    <a:pt x="569" y="5232"/>
                    <a:pt x="1" y="6626"/>
                  </a:cubicBezTo>
                  <a:cubicBezTo>
                    <a:pt x="1" y="6626"/>
                    <a:pt x="5080" y="10563"/>
                    <a:pt x="5787" y="11005"/>
                  </a:cubicBezTo>
                  <a:cubicBezTo>
                    <a:pt x="6367" y="11370"/>
                    <a:pt x="6785" y="11604"/>
                    <a:pt x="7194" y="11604"/>
                  </a:cubicBezTo>
                  <a:cubicBezTo>
                    <a:pt x="7494" y="11604"/>
                    <a:pt x="7790" y="11477"/>
                    <a:pt x="8140" y="11182"/>
                  </a:cubicBezTo>
                  <a:cubicBezTo>
                    <a:pt x="8969" y="10481"/>
                    <a:pt x="12311" y="6806"/>
                    <a:pt x="12311" y="6806"/>
                  </a:cubicBezTo>
                  <a:cubicBezTo>
                    <a:pt x="13838" y="5263"/>
                    <a:pt x="14157" y="1139"/>
                    <a:pt x="13117" y="0"/>
                  </a:cubicBezTo>
                  <a:close/>
                </a:path>
              </a:pathLst>
            </a:custGeom>
            <a:solidFill>
              <a:srgbClr val="27DE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1491;p25">
              <a:extLst>
                <a:ext uri="{FF2B5EF4-FFF2-40B4-BE49-F238E27FC236}">
                  <a16:creationId xmlns:a16="http://schemas.microsoft.com/office/drawing/2014/main" id="{C080D3D1-E7E2-68F1-C632-B9E206AD5DE6}"/>
                </a:ext>
              </a:extLst>
            </p:cNvPr>
            <p:cNvSpPr/>
            <p:nvPr/>
          </p:nvSpPr>
          <p:spPr>
            <a:xfrm flipH="1">
              <a:off x="6299155" y="2085967"/>
              <a:ext cx="532585" cy="450380"/>
            </a:xfrm>
            <a:custGeom>
              <a:avLst/>
              <a:gdLst/>
              <a:ahLst/>
              <a:cxnLst/>
              <a:rect l="l" t="t" r="r" b="b"/>
              <a:pathLst>
                <a:path w="13722" h="11604" extrusionOk="0">
                  <a:moveTo>
                    <a:pt x="13117" y="0"/>
                  </a:moveTo>
                  <a:cubicBezTo>
                    <a:pt x="10737" y="694"/>
                    <a:pt x="10897" y="1537"/>
                    <a:pt x="9316" y="4063"/>
                  </a:cubicBezTo>
                  <a:cubicBezTo>
                    <a:pt x="7732" y="6589"/>
                    <a:pt x="6674" y="7735"/>
                    <a:pt x="6674" y="7735"/>
                  </a:cubicBezTo>
                  <a:lnTo>
                    <a:pt x="1622" y="4553"/>
                  </a:lnTo>
                  <a:cubicBezTo>
                    <a:pt x="1622" y="4553"/>
                    <a:pt x="1571" y="4586"/>
                    <a:pt x="1486" y="4651"/>
                  </a:cubicBezTo>
                  <a:cubicBezTo>
                    <a:pt x="1207" y="4865"/>
                    <a:pt x="558" y="5436"/>
                    <a:pt x="112" y="6375"/>
                  </a:cubicBezTo>
                  <a:cubicBezTo>
                    <a:pt x="75" y="6456"/>
                    <a:pt x="38" y="6538"/>
                    <a:pt x="1" y="6626"/>
                  </a:cubicBezTo>
                  <a:cubicBezTo>
                    <a:pt x="1" y="6626"/>
                    <a:pt x="5080" y="10563"/>
                    <a:pt x="5787" y="11005"/>
                  </a:cubicBezTo>
                  <a:cubicBezTo>
                    <a:pt x="6368" y="11369"/>
                    <a:pt x="6786" y="11603"/>
                    <a:pt x="7194" y="11603"/>
                  </a:cubicBezTo>
                  <a:cubicBezTo>
                    <a:pt x="7494" y="11603"/>
                    <a:pt x="7790" y="11478"/>
                    <a:pt x="8140" y="11182"/>
                  </a:cubicBezTo>
                  <a:cubicBezTo>
                    <a:pt x="8969" y="10481"/>
                    <a:pt x="12311" y="6806"/>
                    <a:pt x="12311" y="6806"/>
                  </a:cubicBezTo>
                  <a:cubicBezTo>
                    <a:pt x="13239" y="5865"/>
                    <a:pt x="13722" y="3968"/>
                    <a:pt x="13722" y="2370"/>
                  </a:cubicBezTo>
                  <a:cubicBezTo>
                    <a:pt x="13722" y="1347"/>
                    <a:pt x="13522" y="445"/>
                    <a:pt x="13117" y="0"/>
                  </a:cubicBezTo>
                  <a:close/>
                </a:path>
              </a:pathLst>
            </a:custGeom>
            <a:solidFill>
              <a:srgbClr val="146F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1492;p25">
              <a:extLst>
                <a:ext uri="{FF2B5EF4-FFF2-40B4-BE49-F238E27FC236}">
                  <a16:creationId xmlns:a16="http://schemas.microsoft.com/office/drawing/2014/main" id="{24E8BEDF-6AB2-436F-421A-A7F18B1DE547}"/>
                </a:ext>
              </a:extLst>
            </p:cNvPr>
            <p:cNvSpPr/>
            <p:nvPr/>
          </p:nvSpPr>
          <p:spPr>
            <a:xfrm flipH="1">
              <a:off x="6185528" y="2178960"/>
              <a:ext cx="70639" cy="234156"/>
            </a:xfrm>
            <a:custGeom>
              <a:avLst/>
              <a:gdLst/>
              <a:ahLst/>
              <a:cxnLst/>
              <a:rect l="l" t="t" r="r" b="b"/>
              <a:pathLst>
                <a:path w="1820" h="6033" extrusionOk="0">
                  <a:moveTo>
                    <a:pt x="1" y="1"/>
                  </a:moveTo>
                  <a:lnTo>
                    <a:pt x="785" y="1320"/>
                  </a:lnTo>
                  <a:lnTo>
                    <a:pt x="228" y="2656"/>
                  </a:lnTo>
                  <a:lnTo>
                    <a:pt x="1819" y="6032"/>
                  </a:lnTo>
                  <a:lnTo>
                    <a:pt x="500" y="2656"/>
                  </a:lnTo>
                  <a:lnTo>
                    <a:pt x="1003" y="124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146F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1493;p25">
              <a:extLst>
                <a:ext uri="{FF2B5EF4-FFF2-40B4-BE49-F238E27FC236}">
                  <a16:creationId xmlns:a16="http://schemas.microsoft.com/office/drawing/2014/main" id="{9914FFE5-D6BF-F26A-CCDA-509C9CD06657}"/>
                </a:ext>
              </a:extLst>
            </p:cNvPr>
            <p:cNvSpPr/>
            <p:nvPr/>
          </p:nvSpPr>
          <p:spPr>
            <a:xfrm flipH="1">
              <a:off x="5956347" y="2163396"/>
              <a:ext cx="47002" cy="241375"/>
            </a:xfrm>
            <a:custGeom>
              <a:avLst/>
              <a:gdLst/>
              <a:ahLst/>
              <a:cxnLst/>
              <a:rect l="l" t="t" r="r" b="b"/>
              <a:pathLst>
                <a:path w="1211" h="6219" extrusionOk="0">
                  <a:moveTo>
                    <a:pt x="558" y="0"/>
                  </a:moveTo>
                  <a:lnTo>
                    <a:pt x="137" y="1401"/>
                  </a:lnTo>
                  <a:lnTo>
                    <a:pt x="935" y="2459"/>
                  </a:lnTo>
                  <a:lnTo>
                    <a:pt x="0" y="6219"/>
                  </a:lnTo>
                  <a:lnTo>
                    <a:pt x="1210" y="2415"/>
                  </a:lnTo>
                  <a:lnTo>
                    <a:pt x="341" y="1286"/>
                  </a:lnTo>
                  <a:lnTo>
                    <a:pt x="558" y="0"/>
                  </a:lnTo>
                  <a:close/>
                </a:path>
              </a:pathLst>
            </a:custGeom>
            <a:solidFill>
              <a:srgbClr val="146F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1494;p25">
              <a:extLst>
                <a:ext uri="{FF2B5EF4-FFF2-40B4-BE49-F238E27FC236}">
                  <a16:creationId xmlns:a16="http://schemas.microsoft.com/office/drawing/2014/main" id="{D0838C70-79D5-65DD-BEA9-45BBFC2F0C4E}"/>
                </a:ext>
              </a:extLst>
            </p:cNvPr>
            <p:cNvSpPr/>
            <p:nvPr/>
          </p:nvSpPr>
          <p:spPr>
            <a:xfrm flipH="1">
              <a:off x="5949860" y="1664472"/>
              <a:ext cx="248012" cy="247857"/>
            </a:xfrm>
            <a:custGeom>
              <a:avLst/>
              <a:gdLst/>
              <a:ahLst/>
              <a:cxnLst/>
              <a:rect l="l" t="t" r="r" b="b"/>
              <a:pathLst>
                <a:path w="6390" h="6386" extrusionOk="0">
                  <a:moveTo>
                    <a:pt x="3194" y="1"/>
                  </a:moveTo>
                  <a:cubicBezTo>
                    <a:pt x="1433" y="1"/>
                    <a:pt x="1" y="1429"/>
                    <a:pt x="1" y="3194"/>
                  </a:cubicBezTo>
                  <a:cubicBezTo>
                    <a:pt x="1" y="4958"/>
                    <a:pt x="1433" y="6386"/>
                    <a:pt x="3194" y="6386"/>
                  </a:cubicBezTo>
                  <a:cubicBezTo>
                    <a:pt x="4958" y="6386"/>
                    <a:pt x="6390" y="4958"/>
                    <a:pt x="6390" y="3194"/>
                  </a:cubicBezTo>
                  <a:cubicBezTo>
                    <a:pt x="6390" y="1429"/>
                    <a:pt x="4958" y="1"/>
                    <a:pt x="31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1495;p25">
              <a:extLst>
                <a:ext uri="{FF2B5EF4-FFF2-40B4-BE49-F238E27FC236}">
                  <a16:creationId xmlns:a16="http://schemas.microsoft.com/office/drawing/2014/main" id="{E1D75AD9-4ADC-A3CD-780B-64D56C304262}"/>
                </a:ext>
              </a:extLst>
            </p:cNvPr>
            <p:cNvSpPr/>
            <p:nvPr/>
          </p:nvSpPr>
          <p:spPr>
            <a:xfrm flipH="1">
              <a:off x="6235284" y="1876539"/>
              <a:ext cx="52824" cy="129750"/>
            </a:xfrm>
            <a:custGeom>
              <a:avLst/>
              <a:gdLst/>
              <a:ahLst/>
              <a:cxnLst/>
              <a:rect l="l" t="t" r="r" b="b"/>
              <a:pathLst>
                <a:path w="1361" h="3343" extrusionOk="0">
                  <a:moveTo>
                    <a:pt x="0" y="1"/>
                  </a:moveTo>
                  <a:lnTo>
                    <a:pt x="0" y="1"/>
                  </a:lnTo>
                  <a:cubicBezTo>
                    <a:pt x="0" y="1"/>
                    <a:pt x="518" y="2431"/>
                    <a:pt x="725" y="2829"/>
                  </a:cubicBezTo>
                  <a:cubicBezTo>
                    <a:pt x="932" y="3230"/>
                    <a:pt x="1360" y="3343"/>
                    <a:pt x="1360" y="3343"/>
                  </a:cubicBezTo>
                  <a:lnTo>
                    <a:pt x="1326" y="163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1496;p25">
              <a:extLst>
                <a:ext uri="{FF2B5EF4-FFF2-40B4-BE49-F238E27FC236}">
                  <a16:creationId xmlns:a16="http://schemas.microsoft.com/office/drawing/2014/main" id="{FACD14E6-EA70-10B7-8902-291882D78611}"/>
                </a:ext>
              </a:extLst>
            </p:cNvPr>
            <p:cNvSpPr/>
            <p:nvPr/>
          </p:nvSpPr>
          <p:spPr>
            <a:xfrm flipH="1">
              <a:off x="6250188" y="1740970"/>
              <a:ext cx="67728" cy="139997"/>
            </a:xfrm>
            <a:custGeom>
              <a:avLst/>
              <a:gdLst/>
              <a:ahLst/>
              <a:cxnLst/>
              <a:rect l="l" t="t" r="r" b="b"/>
              <a:pathLst>
                <a:path w="1745" h="3607" extrusionOk="0">
                  <a:moveTo>
                    <a:pt x="1287" y="0"/>
                  </a:moveTo>
                  <a:cubicBezTo>
                    <a:pt x="1096" y="0"/>
                    <a:pt x="731" y="47"/>
                    <a:pt x="426" y="359"/>
                  </a:cubicBezTo>
                  <a:cubicBezTo>
                    <a:pt x="0" y="794"/>
                    <a:pt x="238" y="2158"/>
                    <a:pt x="768" y="3494"/>
                  </a:cubicBezTo>
                  <a:lnTo>
                    <a:pt x="1744" y="3606"/>
                  </a:lnTo>
                  <a:lnTo>
                    <a:pt x="1744" y="3606"/>
                  </a:lnTo>
                  <a:lnTo>
                    <a:pt x="1418" y="9"/>
                  </a:lnTo>
                  <a:cubicBezTo>
                    <a:pt x="1418" y="9"/>
                    <a:pt x="1368" y="0"/>
                    <a:pt x="12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1497;p25">
              <a:extLst>
                <a:ext uri="{FF2B5EF4-FFF2-40B4-BE49-F238E27FC236}">
                  <a16:creationId xmlns:a16="http://schemas.microsoft.com/office/drawing/2014/main" id="{C15F905D-1CC1-E406-8680-E4065893754B}"/>
                </a:ext>
              </a:extLst>
            </p:cNvPr>
            <p:cNvSpPr/>
            <p:nvPr/>
          </p:nvSpPr>
          <p:spPr>
            <a:xfrm flipH="1">
              <a:off x="5963596" y="1683102"/>
              <a:ext cx="373726" cy="485195"/>
            </a:xfrm>
            <a:custGeom>
              <a:avLst/>
              <a:gdLst/>
              <a:ahLst/>
              <a:cxnLst/>
              <a:rect l="l" t="t" r="r" b="b"/>
              <a:pathLst>
                <a:path w="9629" h="12501" extrusionOk="0">
                  <a:moveTo>
                    <a:pt x="6227" y="0"/>
                  </a:moveTo>
                  <a:cubicBezTo>
                    <a:pt x="5320" y="0"/>
                    <a:pt x="4384" y="270"/>
                    <a:pt x="3679" y="715"/>
                  </a:cubicBezTo>
                  <a:cubicBezTo>
                    <a:pt x="1830" y="1877"/>
                    <a:pt x="2533" y="5097"/>
                    <a:pt x="2533" y="5097"/>
                  </a:cubicBezTo>
                  <a:cubicBezTo>
                    <a:pt x="2508" y="5112"/>
                    <a:pt x="2482" y="5119"/>
                    <a:pt x="2455" y="5119"/>
                  </a:cubicBezTo>
                  <a:cubicBezTo>
                    <a:pt x="2269" y="5119"/>
                    <a:pt x="2030" y="4806"/>
                    <a:pt x="1819" y="4587"/>
                  </a:cubicBezTo>
                  <a:cubicBezTo>
                    <a:pt x="1692" y="4453"/>
                    <a:pt x="1415" y="4294"/>
                    <a:pt x="1123" y="4294"/>
                  </a:cubicBezTo>
                  <a:cubicBezTo>
                    <a:pt x="860" y="4294"/>
                    <a:pt x="585" y="4423"/>
                    <a:pt x="398" y="4815"/>
                  </a:cubicBezTo>
                  <a:cubicBezTo>
                    <a:pt x="0" y="5658"/>
                    <a:pt x="745" y="6773"/>
                    <a:pt x="1364" y="6966"/>
                  </a:cubicBezTo>
                  <a:cubicBezTo>
                    <a:pt x="1573" y="7032"/>
                    <a:pt x="1748" y="7058"/>
                    <a:pt x="1893" y="7058"/>
                  </a:cubicBezTo>
                  <a:cubicBezTo>
                    <a:pt x="2489" y="7058"/>
                    <a:pt x="2594" y="6616"/>
                    <a:pt x="2594" y="6616"/>
                  </a:cubicBezTo>
                  <a:lnTo>
                    <a:pt x="2673" y="10584"/>
                  </a:lnTo>
                  <a:cubicBezTo>
                    <a:pt x="3362" y="11471"/>
                    <a:pt x="4857" y="12500"/>
                    <a:pt x="5776" y="12500"/>
                  </a:cubicBezTo>
                  <a:cubicBezTo>
                    <a:pt x="5840" y="12500"/>
                    <a:pt x="5902" y="12495"/>
                    <a:pt x="5960" y="12485"/>
                  </a:cubicBezTo>
                  <a:cubicBezTo>
                    <a:pt x="6674" y="12359"/>
                    <a:pt x="6831" y="11156"/>
                    <a:pt x="6148" y="10367"/>
                  </a:cubicBezTo>
                  <a:lnTo>
                    <a:pt x="6144" y="9193"/>
                  </a:lnTo>
                  <a:lnTo>
                    <a:pt x="6144" y="9193"/>
                  </a:lnTo>
                  <a:cubicBezTo>
                    <a:pt x="6144" y="9193"/>
                    <a:pt x="6770" y="9288"/>
                    <a:pt x="7261" y="9288"/>
                  </a:cubicBezTo>
                  <a:cubicBezTo>
                    <a:pt x="7381" y="9288"/>
                    <a:pt x="7493" y="9282"/>
                    <a:pt x="7585" y="9268"/>
                  </a:cubicBezTo>
                  <a:cubicBezTo>
                    <a:pt x="8371" y="9146"/>
                    <a:pt x="8864" y="8527"/>
                    <a:pt x="9101" y="7677"/>
                  </a:cubicBezTo>
                  <a:cubicBezTo>
                    <a:pt x="9482" y="6310"/>
                    <a:pt x="9628" y="5209"/>
                    <a:pt x="9305" y="2527"/>
                  </a:cubicBezTo>
                  <a:cubicBezTo>
                    <a:pt x="9085" y="707"/>
                    <a:pt x="7693" y="0"/>
                    <a:pt x="6227" y="0"/>
                  </a:cubicBezTo>
                  <a:close/>
                </a:path>
              </a:pathLst>
            </a:custGeom>
            <a:solidFill>
              <a:srgbClr val="F8CF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1498;p25">
              <a:extLst>
                <a:ext uri="{FF2B5EF4-FFF2-40B4-BE49-F238E27FC236}">
                  <a16:creationId xmlns:a16="http://schemas.microsoft.com/office/drawing/2014/main" id="{051B0040-F87E-A021-EED9-4E65849B7006}"/>
                </a:ext>
              </a:extLst>
            </p:cNvPr>
            <p:cNvSpPr/>
            <p:nvPr/>
          </p:nvSpPr>
          <p:spPr>
            <a:xfrm flipH="1">
              <a:off x="5949858" y="1646735"/>
              <a:ext cx="329945" cy="247003"/>
            </a:xfrm>
            <a:custGeom>
              <a:avLst/>
              <a:gdLst/>
              <a:ahLst/>
              <a:cxnLst/>
              <a:rect l="l" t="t" r="r" b="b"/>
              <a:pathLst>
                <a:path w="8501" h="6364" extrusionOk="0">
                  <a:moveTo>
                    <a:pt x="2986" y="1"/>
                  </a:moveTo>
                  <a:cubicBezTo>
                    <a:pt x="1575" y="1"/>
                    <a:pt x="1057" y="510"/>
                    <a:pt x="667" y="938"/>
                  </a:cubicBezTo>
                  <a:cubicBezTo>
                    <a:pt x="18" y="1652"/>
                    <a:pt x="436" y="2437"/>
                    <a:pt x="436" y="2437"/>
                  </a:cubicBezTo>
                  <a:cubicBezTo>
                    <a:pt x="436" y="2437"/>
                    <a:pt x="1" y="5214"/>
                    <a:pt x="337" y="5524"/>
                  </a:cubicBezTo>
                  <a:cubicBezTo>
                    <a:pt x="582" y="5744"/>
                    <a:pt x="956" y="6364"/>
                    <a:pt x="1055" y="6364"/>
                  </a:cubicBezTo>
                  <a:cubicBezTo>
                    <a:pt x="1385" y="6356"/>
                    <a:pt x="1527" y="4925"/>
                    <a:pt x="1697" y="4086"/>
                  </a:cubicBezTo>
                  <a:cubicBezTo>
                    <a:pt x="1883" y="3180"/>
                    <a:pt x="1960" y="2817"/>
                    <a:pt x="2272" y="2817"/>
                  </a:cubicBezTo>
                  <a:cubicBezTo>
                    <a:pt x="2291" y="2817"/>
                    <a:pt x="2312" y="2818"/>
                    <a:pt x="2333" y="2821"/>
                  </a:cubicBezTo>
                  <a:cubicBezTo>
                    <a:pt x="2522" y="2848"/>
                    <a:pt x="3571" y="2947"/>
                    <a:pt x="4611" y="2947"/>
                  </a:cubicBezTo>
                  <a:cubicBezTo>
                    <a:pt x="5026" y="2947"/>
                    <a:pt x="5440" y="2931"/>
                    <a:pt x="5797" y="2889"/>
                  </a:cubicBezTo>
                  <a:cubicBezTo>
                    <a:pt x="7048" y="2736"/>
                    <a:pt x="7525" y="2430"/>
                    <a:pt x="7525" y="2430"/>
                  </a:cubicBezTo>
                  <a:cubicBezTo>
                    <a:pt x="8341" y="1784"/>
                    <a:pt x="8501" y="873"/>
                    <a:pt x="8303" y="53"/>
                  </a:cubicBezTo>
                  <a:lnTo>
                    <a:pt x="8303" y="53"/>
                  </a:lnTo>
                  <a:cubicBezTo>
                    <a:pt x="7799" y="301"/>
                    <a:pt x="7250" y="385"/>
                    <a:pt x="6680" y="385"/>
                  </a:cubicBezTo>
                  <a:cubicBezTo>
                    <a:pt x="5762" y="385"/>
                    <a:pt x="4791" y="166"/>
                    <a:pt x="3870" y="57"/>
                  </a:cubicBezTo>
                  <a:cubicBezTo>
                    <a:pt x="3541" y="18"/>
                    <a:pt x="3248" y="1"/>
                    <a:pt x="29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1499;p25">
              <a:extLst>
                <a:ext uri="{FF2B5EF4-FFF2-40B4-BE49-F238E27FC236}">
                  <a16:creationId xmlns:a16="http://schemas.microsoft.com/office/drawing/2014/main" id="{36B8A6B9-4D80-5140-7C3F-2D5C6A42FAD2}"/>
                </a:ext>
              </a:extLst>
            </p:cNvPr>
            <p:cNvSpPr/>
            <p:nvPr/>
          </p:nvSpPr>
          <p:spPr>
            <a:xfrm flipH="1">
              <a:off x="6256243" y="1710619"/>
              <a:ext cx="52475" cy="39162"/>
            </a:xfrm>
            <a:custGeom>
              <a:avLst/>
              <a:gdLst/>
              <a:ahLst/>
              <a:cxnLst/>
              <a:rect l="l" t="t" r="r" b="b"/>
              <a:pathLst>
                <a:path w="1352" h="1009" extrusionOk="0">
                  <a:moveTo>
                    <a:pt x="592" y="1"/>
                  </a:moveTo>
                  <a:cubicBezTo>
                    <a:pt x="351" y="1"/>
                    <a:pt x="118" y="136"/>
                    <a:pt x="1" y="373"/>
                  </a:cubicBezTo>
                  <a:lnTo>
                    <a:pt x="1181" y="1008"/>
                  </a:lnTo>
                  <a:cubicBezTo>
                    <a:pt x="1351" y="668"/>
                    <a:pt x="1222" y="254"/>
                    <a:pt x="895" y="77"/>
                  </a:cubicBezTo>
                  <a:cubicBezTo>
                    <a:pt x="798" y="25"/>
                    <a:pt x="694" y="1"/>
                    <a:pt x="5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1500;p25">
              <a:extLst>
                <a:ext uri="{FF2B5EF4-FFF2-40B4-BE49-F238E27FC236}">
                  <a16:creationId xmlns:a16="http://schemas.microsoft.com/office/drawing/2014/main" id="{A29539C5-A633-4846-7E0B-2ED0B1EB39ED}"/>
                </a:ext>
              </a:extLst>
            </p:cNvPr>
            <p:cNvSpPr/>
            <p:nvPr/>
          </p:nvSpPr>
          <p:spPr>
            <a:xfrm flipH="1">
              <a:off x="6098860" y="1981059"/>
              <a:ext cx="124705" cy="76965"/>
            </a:xfrm>
            <a:custGeom>
              <a:avLst/>
              <a:gdLst/>
              <a:ahLst/>
              <a:cxnLst/>
              <a:rect l="l" t="t" r="r" b="b"/>
              <a:pathLst>
                <a:path w="3213" h="1983" extrusionOk="0">
                  <a:moveTo>
                    <a:pt x="0" y="0"/>
                  </a:moveTo>
                  <a:cubicBezTo>
                    <a:pt x="0" y="0"/>
                    <a:pt x="116" y="521"/>
                    <a:pt x="483" y="990"/>
                  </a:cubicBezTo>
                  <a:cubicBezTo>
                    <a:pt x="932" y="1561"/>
                    <a:pt x="3213" y="1982"/>
                    <a:pt x="3213" y="1982"/>
                  </a:cubicBezTo>
                  <a:lnTo>
                    <a:pt x="3213" y="1516"/>
                  </a:lnTo>
                  <a:cubicBezTo>
                    <a:pt x="3213" y="1516"/>
                    <a:pt x="1462" y="1163"/>
                    <a:pt x="850" y="837"/>
                  </a:cubicBezTo>
                  <a:cubicBezTo>
                    <a:pt x="438" y="619"/>
                    <a:pt x="102" y="242"/>
                    <a:pt x="0" y="0"/>
                  </a:cubicBezTo>
                  <a:close/>
                </a:path>
              </a:pathLst>
            </a:custGeom>
            <a:solidFill>
              <a:srgbClr val="9A4A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1501;p25">
              <a:extLst>
                <a:ext uri="{FF2B5EF4-FFF2-40B4-BE49-F238E27FC236}">
                  <a16:creationId xmlns:a16="http://schemas.microsoft.com/office/drawing/2014/main" id="{087E14B8-2107-F97A-24A0-356191E6C0DB}"/>
                </a:ext>
              </a:extLst>
            </p:cNvPr>
            <p:cNvSpPr/>
            <p:nvPr/>
          </p:nvSpPr>
          <p:spPr>
            <a:xfrm flipH="1">
              <a:off x="6115203" y="1849604"/>
              <a:ext cx="27246" cy="28450"/>
            </a:xfrm>
            <a:custGeom>
              <a:avLst/>
              <a:gdLst/>
              <a:ahLst/>
              <a:cxnLst/>
              <a:rect l="l" t="t" r="r" b="b"/>
              <a:pathLst>
                <a:path w="702" h="733" extrusionOk="0">
                  <a:moveTo>
                    <a:pt x="351" y="1"/>
                  </a:moveTo>
                  <a:cubicBezTo>
                    <a:pt x="157" y="1"/>
                    <a:pt x="1" y="164"/>
                    <a:pt x="1" y="365"/>
                  </a:cubicBezTo>
                  <a:cubicBezTo>
                    <a:pt x="1" y="569"/>
                    <a:pt x="157" y="732"/>
                    <a:pt x="351" y="732"/>
                  </a:cubicBezTo>
                  <a:cubicBezTo>
                    <a:pt x="545" y="732"/>
                    <a:pt x="702" y="569"/>
                    <a:pt x="702" y="368"/>
                  </a:cubicBezTo>
                  <a:cubicBezTo>
                    <a:pt x="702" y="167"/>
                    <a:pt x="545" y="1"/>
                    <a:pt x="35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1502;p25">
              <a:extLst>
                <a:ext uri="{FF2B5EF4-FFF2-40B4-BE49-F238E27FC236}">
                  <a16:creationId xmlns:a16="http://schemas.microsoft.com/office/drawing/2014/main" id="{0AB2E7CB-7765-1912-9F8F-A62582BD93A7}"/>
                </a:ext>
              </a:extLst>
            </p:cNvPr>
            <p:cNvSpPr/>
            <p:nvPr/>
          </p:nvSpPr>
          <p:spPr>
            <a:xfrm flipH="1">
              <a:off x="6129563" y="1803224"/>
              <a:ext cx="33612" cy="25306"/>
            </a:xfrm>
            <a:custGeom>
              <a:avLst/>
              <a:gdLst/>
              <a:ahLst/>
              <a:cxnLst/>
              <a:rect l="l" t="t" r="r" b="b"/>
              <a:pathLst>
                <a:path w="866" h="652" extrusionOk="0">
                  <a:moveTo>
                    <a:pt x="487" y="1"/>
                  </a:moveTo>
                  <a:cubicBezTo>
                    <a:pt x="419" y="1"/>
                    <a:pt x="350" y="18"/>
                    <a:pt x="287" y="54"/>
                  </a:cubicBezTo>
                  <a:cubicBezTo>
                    <a:pt x="79" y="169"/>
                    <a:pt x="1" y="435"/>
                    <a:pt x="114" y="652"/>
                  </a:cubicBezTo>
                  <a:lnTo>
                    <a:pt x="865" y="237"/>
                  </a:lnTo>
                  <a:cubicBezTo>
                    <a:pt x="787" y="86"/>
                    <a:pt x="639" y="1"/>
                    <a:pt x="48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1503;p25">
              <a:extLst>
                <a:ext uri="{FF2B5EF4-FFF2-40B4-BE49-F238E27FC236}">
                  <a16:creationId xmlns:a16="http://schemas.microsoft.com/office/drawing/2014/main" id="{1022E46B-7D21-D98C-6283-32BB6B86F4CA}"/>
                </a:ext>
              </a:extLst>
            </p:cNvPr>
            <p:cNvSpPr/>
            <p:nvPr/>
          </p:nvSpPr>
          <p:spPr>
            <a:xfrm flipH="1">
              <a:off x="6073907" y="1958082"/>
              <a:ext cx="34194" cy="23016"/>
            </a:xfrm>
            <a:custGeom>
              <a:avLst/>
              <a:gdLst/>
              <a:ahLst/>
              <a:cxnLst/>
              <a:rect l="l" t="t" r="r" b="b"/>
              <a:pathLst>
                <a:path w="881" h="593" extrusionOk="0">
                  <a:moveTo>
                    <a:pt x="82" y="1"/>
                  </a:moveTo>
                  <a:lnTo>
                    <a:pt x="82" y="1"/>
                  </a:lnTo>
                  <a:cubicBezTo>
                    <a:pt x="0" y="228"/>
                    <a:pt x="115" y="484"/>
                    <a:pt x="336" y="565"/>
                  </a:cubicBezTo>
                  <a:cubicBezTo>
                    <a:pt x="385" y="584"/>
                    <a:pt x="434" y="593"/>
                    <a:pt x="483" y="593"/>
                  </a:cubicBezTo>
                  <a:cubicBezTo>
                    <a:pt x="657" y="593"/>
                    <a:pt x="819" y="480"/>
                    <a:pt x="881" y="300"/>
                  </a:cubicBezTo>
                  <a:lnTo>
                    <a:pt x="82" y="1"/>
                  </a:lnTo>
                  <a:close/>
                </a:path>
              </a:pathLst>
            </a:custGeom>
            <a:solidFill>
              <a:srgbClr val="9A4A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1504;p25">
              <a:extLst>
                <a:ext uri="{FF2B5EF4-FFF2-40B4-BE49-F238E27FC236}">
                  <a16:creationId xmlns:a16="http://schemas.microsoft.com/office/drawing/2014/main" id="{C97CFED1-44F8-5CC1-34C7-A8CF0299A26C}"/>
                </a:ext>
              </a:extLst>
            </p:cNvPr>
            <p:cNvSpPr/>
            <p:nvPr/>
          </p:nvSpPr>
          <p:spPr>
            <a:xfrm flipH="1">
              <a:off x="5988134" y="1796354"/>
              <a:ext cx="32098" cy="27440"/>
            </a:xfrm>
            <a:custGeom>
              <a:avLst/>
              <a:gdLst/>
              <a:ahLst/>
              <a:cxnLst/>
              <a:rect l="l" t="t" r="r" b="b"/>
              <a:pathLst>
                <a:path w="827" h="707" extrusionOk="0">
                  <a:moveTo>
                    <a:pt x="343" y="0"/>
                  </a:moveTo>
                  <a:cubicBezTo>
                    <a:pt x="212" y="0"/>
                    <a:pt x="84" y="62"/>
                    <a:pt x="0" y="180"/>
                  </a:cubicBezTo>
                  <a:lnTo>
                    <a:pt x="687" y="706"/>
                  </a:lnTo>
                  <a:cubicBezTo>
                    <a:pt x="826" y="510"/>
                    <a:pt x="785" y="234"/>
                    <a:pt x="595" y="88"/>
                  </a:cubicBezTo>
                  <a:cubicBezTo>
                    <a:pt x="520" y="29"/>
                    <a:pt x="431" y="0"/>
                    <a:pt x="343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1505;p25">
              <a:extLst>
                <a:ext uri="{FF2B5EF4-FFF2-40B4-BE49-F238E27FC236}">
                  <a16:creationId xmlns:a16="http://schemas.microsoft.com/office/drawing/2014/main" id="{F7E6A55A-3071-184B-E3ED-CDA53B43BDF3}"/>
                </a:ext>
              </a:extLst>
            </p:cNvPr>
            <p:cNvSpPr/>
            <p:nvPr/>
          </p:nvSpPr>
          <p:spPr>
            <a:xfrm flipH="1">
              <a:off x="6001718" y="1845800"/>
              <a:ext cx="27363" cy="28411"/>
            </a:xfrm>
            <a:custGeom>
              <a:avLst/>
              <a:gdLst/>
              <a:ahLst/>
              <a:cxnLst/>
              <a:rect l="l" t="t" r="r" b="b"/>
              <a:pathLst>
                <a:path w="705" h="732" extrusionOk="0">
                  <a:moveTo>
                    <a:pt x="351" y="0"/>
                  </a:moveTo>
                  <a:cubicBezTo>
                    <a:pt x="157" y="0"/>
                    <a:pt x="1" y="163"/>
                    <a:pt x="1" y="364"/>
                  </a:cubicBezTo>
                  <a:cubicBezTo>
                    <a:pt x="1" y="565"/>
                    <a:pt x="157" y="728"/>
                    <a:pt x="351" y="731"/>
                  </a:cubicBezTo>
                  <a:cubicBezTo>
                    <a:pt x="544" y="731"/>
                    <a:pt x="704" y="568"/>
                    <a:pt x="704" y="367"/>
                  </a:cubicBezTo>
                  <a:cubicBezTo>
                    <a:pt x="704" y="163"/>
                    <a:pt x="544" y="0"/>
                    <a:pt x="35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1506;p25">
              <a:extLst>
                <a:ext uri="{FF2B5EF4-FFF2-40B4-BE49-F238E27FC236}">
                  <a16:creationId xmlns:a16="http://schemas.microsoft.com/office/drawing/2014/main" id="{D884564D-8824-85E1-FCAC-671BFF32EE61}"/>
                </a:ext>
              </a:extLst>
            </p:cNvPr>
            <p:cNvSpPr/>
            <p:nvPr/>
          </p:nvSpPr>
          <p:spPr>
            <a:xfrm flipH="1">
              <a:off x="6023918" y="1847120"/>
              <a:ext cx="47390" cy="81972"/>
            </a:xfrm>
            <a:custGeom>
              <a:avLst/>
              <a:gdLst/>
              <a:ahLst/>
              <a:cxnLst/>
              <a:rect l="l" t="t" r="r" b="b"/>
              <a:pathLst>
                <a:path w="1221" h="2112" extrusionOk="0">
                  <a:moveTo>
                    <a:pt x="0" y="1"/>
                  </a:moveTo>
                  <a:lnTo>
                    <a:pt x="116" y="2111"/>
                  </a:lnTo>
                  <a:lnTo>
                    <a:pt x="1221" y="173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9A4A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1507;p25">
              <a:extLst>
                <a:ext uri="{FF2B5EF4-FFF2-40B4-BE49-F238E27FC236}">
                  <a16:creationId xmlns:a16="http://schemas.microsoft.com/office/drawing/2014/main" id="{6BC478C5-7D55-7BCC-75F7-7266103A5F79}"/>
                </a:ext>
              </a:extLst>
            </p:cNvPr>
            <p:cNvSpPr/>
            <p:nvPr/>
          </p:nvSpPr>
          <p:spPr>
            <a:xfrm flipH="1">
              <a:off x="6056478" y="2123963"/>
              <a:ext cx="129090" cy="65904"/>
            </a:xfrm>
            <a:custGeom>
              <a:avLst/>
              <a:gdLst/>
              <a:ahLst/>
              <a:cxnLst/>
              <a:rect l="l" t="t" r="r" b="b"/>
              <a:pathLst>
                <a:path w="3326" h="1698" extrusionOk="0">
                  <a:moveTo>
                    <a:pt x="2128" y="1"/>
                  </a:moveTo>
                  <a:lnTo>
                    <a:pt x="2034" y="955"/>
                  </a:lnTo>
                  <a:lnTo>
                    <a:pt x="898" y="98"/>
                  </a:lnTo>
                  <a:lnTo>
                    <a:pt x="0" y="993"/>
                  </a:lnTo>
                  <a:cubicBezTo>
                    <a:pt x="360" y="1369"/>
                    <a:pt x="1112" y="1697"/>
                    <a:pt x="1786" y="1697"/>
                  </a:cubicBezTo>
                  <a:cubicBezTo>
                    <a:pt x="1856" y="1697"/>
                    <a:pt x="1925" y="1694"/>
                    <a:pt x="1993" y="1686"/>
                  </a:cubicBezTo>
                  <a:cubicBezTo>
                    <a:pt x="2713" y="1605"/>
                    <a:pt x="3111" y="1394"/>
                    <a:pt x="3325" y="884"/>
                  </a:cubicBezTo>
                  <a:lnTo>
                    <a:pt x="2128" y="1"/>
                  </a:lnTo>
                  <a:close/>
                </a:path>
              </a:pathLst>
            </a:custGeom>
            <a:solidFill>
              <a:srgbClr val="27DE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1508;p25">
              <a:extLst>
                <a:ext uri="{FF2B5EF4-FFF2-40B4-BE49-F238E27FC236}">
                  <a16:creationId xmlns:a16="http://schemas.microsoft.com/office/drawing/2014/main" id="{9471A134-B949-7E2D-1A48-7F28C8CD6BAA}"/>
                </a:ext>
              </a:extLst>
            </p:cNvPr>
            <p:cNvSpPr/>
            <p:nvPr/>
          </p:nvSpPr>
          <p:spPr>
            <a:xfrm flipH="1">
              <a:off x="6056478" y="2123963"/>
              <a:ext cx="129090" cy="62954"/>
            </a:xfrm>
            <a:custGeom>
              <a:avLst/>
              <a:gdLst/>
              <a:ahLst/>
              <a:cxnLst/>
              <a:rect l="l" t="t" r="r" b="b"/>
              <a:pathLst>
                <a:path w="3326" h="1622" extrusionOk="0">
                  <a:moveTo>
                    <a:pt x="2128" y="1"/>
                  </a:moveTo>
                  <a:lnTo>
                    <a:pt x="2034" y="955"/>
                  </a:lnTo>
                  <a:lnTo>
                    <a:pt x="2034" y="955"/>
                  </a:lnTo>
                  <a:lnTo>
                    <a:pt x="2761" y="605"/>
                  </a:lnTo>
                  <a:cubicBezTo>
                    <a:pt x="2761" y="605"/>
                    <a:pt x="2903" y="1003"/>
                    <a:pt x="2894" y="1421"/>
                  </a:cubicBezTo>
                  <a:cubicBezTo>
                    <a:pt x="3087" y="1295"/>
                    <a:pt x="3227" y="1123"/>
                    <a:pt x="3325" y="884"/>
                  </a:cubicBezTo>
                  <a:lnTo>
                    <a:pt x="2128" y="1"/>
                  </a:lnTo>
                  <a:close/>
                  <a:moveTo>
                    <a:pt x="898" y="98"/>
                  </a:moveTo>
                  <a:lnTo>
                    <a:pt x="21" y="969"/>
                  </a:lnTo>
                  <a:lnTo>
                    <a:pt x="0" y="993"/>
                  </a:lnTo>
                  <a:cubicBezTo>
                    <a:pt x="255" y="1261"/>
                    <a:pt x="711" y="1503"/>
                    <a:pt x="1193" y="1622"/>
                  </a:cubicBezTo>
                  <a:cubicBezTo>
                    <a:pt x="1095" y="1388"/>
                    <a:pt x="1037" y="1126"/>
                    <a:pt x="1047" y="843"/>
                  </a:cubicBezTo>
                  <a:lnTo>
                    <a:pt x="1047" y="843"/>
                  </a:lnTo>
                  <a:lnTo>
                    <a:pt x="2034" y="955"/>
                  </a:lnTo>
                  <a:lnTo>
                    <a:pt x="898" y="98"/>
                  </a:lnTo>
                  <a:close/>
                </a:path>
              </a:pathLst>
            </a:custGeom>
            <a:solidFill>
              <a:srgbClr val="146B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1509;p25">
              <a:extLst>
                <a:ext uri="{FF2B5EF4-FFF2-40B4-BE49-F238E27FC236}">
                  <a16:creationId xmlns:a16="http://schemas.microsoft.com/office/drawing/2014/main" id="{260A39B7-730B-374A-B9E2-308256CB34EB}"/>
                </a:ext>
              </a:extLst>
            </p:cNvPr>
            <p:cNvSpPr/>
            <p:nvPr/>
          </p:nvSpPr>
          <p:spPr>
            <a:xfrm flipH="1">
              <a:off x="6071422" y="2147445"/>
              <a:ext cx="74559" cy="73394"/>
            </a:xfrm>
            <a:custGeom>
              <a:avLst/>
              <a:gdLst/>
              <a:ahLst/>
              <a:cxnLst/>
              <a:rect l="l" t="t" r="r" b="b"/>
              <a:pathLst>
                <a:path w="1921" h="1891" extrusionOk="0">
                  <a:moveTo>
                    <a:pt x="1741" y="0"/>
                  </a:moveTo>
                  <a:lnTo>
                    <a:pt x="1014" y="350"/>
                  </a:lnTo>
                  <a:lnTo>
                    <a:pt x="27" y="238"/>
                  </a:lnTo>
                  <a:lnTo>
                    <a:pt x="27" y="238"/>
                  </a:lnTo>
                  <a:cubicBezTo>
                    <a:pt x="0" y="925"/>
                    <a:pt x="385" y="1489"/>
                    <a:pt x="765" y="1843"/>
                  </a:cubicBezTo>
                  <a:cubicBezTo>
                    <a:pt x="881" y="1877"/>
                    <a:pt x="986" y="1890"/>
                    <a:pt x="1079" y="1890"/>
                  </a:cubicBezTo>
                  <a:cubicBezTo>
                    <a:pt x="1374" y="1890"/>
                    <a:pt x="1540" y="1758"/>
                    <a:pt x="1540" y="1758"/>
                  </a:cubicBezTo>
                  <a:cubicBezTo>
                    <a:pt x="1540" y="1758"/>
                    <a:pt x="1799" y="1456"/>
                    <a:pt x="1860" y="959"/>
                  </a:cubicBezTo>
                  <a:cubicBezTo>
                    <a:pt x="1921" y="493"/>
                    <a:pt x="1741" y="0"/>
                    <a:pt x="174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1510;p25">
              <a:extLst>
                <a:ext uri="{FF2B5EF4-FFF2-40B4-BE49-F238E27FC236}">
                  <a16:creationId xmlns:a16="http://schemas.microsoft.com/office/drawing/2014/main" id="{47D1BDC0-7BBE-9A0D-09BE-E98E301808B1}"/>
                </a:ext>
              </a:extLst>
            </p:cNvPr>
            <p:cNvSpPr/>
            <p:nvPr/>
          </p:nvSpPr>
          <p:spPr>
            <a:xfrm flipH="1">
              <a:off x="6037229" y="2215637"/>
              <a:ext cx="97303" cy="362431"/>
            </a:xfrm>
            <a:custGeom>
              <a:avLst/>
              <a:gdLst/>
              <a:ahLst/>
              <a:cxnLst/>
              <a:rect l="l" t="t" r="r" b="b"/>
              <a:pathLst>
                <a:path w="2507" h="9338" extrusionOk="0">
                  <a:moveTo>
                    <a:pt x="1245" y="1"/>
                  </a:moveTo>
                  <a:lnTo>
                    <a:pt x="470" y="86"/>
                  </a:lnTo>
                  <a:cubicBezTo>
                    <a:pt x="470" y="86"/>
                    <a:pt x="1" y="6740"/>
                    <a:pt x="14" y="7209"/>
                  </a:cubicBezTo>
                  <a:cubicBezTo>
                    <a:pt x="28" y="7679"/>
                    <a:pt x="889" y="9337"/>
                    <a:pt x="1337" y="9337"/>
                  </a:cubicBezTo>
                  <a:cubicBezTo>
                    <a:pt x="1339" y="9337"/>
                    <a:pt x="1341" y="9337"/>
                    <a:pt x="1344" y="9337"/>
                  </a:cubicBezTo>
                  <a:cubicBezTo>
                    <a:pt x="1789" y="9323"/>
                    <a:pt x="2506" y="7477"/>
                    <a:pt x="2459" y="6957"/>
                  </a:cubicBezTo>
                  <a:cubicBezTo>
                    <a:pt x="2412" y="6437"/>
                    <a:pt x="1245" y="1"/>
                    <a:pt x="12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1511;p25">
              <a:extLst>
                <a:ext uri="{FF2B5EF4-FFF2-40B4-BE49-F238E27FC236}">
                  <a16:creationId xmlns:a16="http://schemas.microsoft.com/office/drawing/2014/main" id="{BB75207C-A813-A8F3-31D3-844BFB07C6BE}"/>
                </a:ext>
              </a:extLst>
            </p:cNvPr>
            <p:cNvSpPr/>
            <p:nvPr/>
          </p:nvSpPr>
          <p:spPr>
            <a:xfrm flipH="1">
              <a:off x="6086211" y="2215637"/>
              <a:ext cx="39" cy="194"/>
            </a:xfrm>
            <a:custGeom>
              <a:avLst/>
              <a:gdLst/>
              <a:ahLst/>
              <a:cxnLst/>
              <a:rect l="l" t="t" r="r" b="b"/>
              <a:pathLst>
                <a:path w="1" h="5" extrusionOk="0">
                  <a:moveTo>
                    <a:pt x="1" y="1"/>
                  </a:moveTo>
                  <a:lnTo>
                    <a:pt x="1" y="1"/>
                  </a:lnTo>
                  <a:lnTo>
                    <a:pt x="1" y="5"/>
                  </a:ln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1512;p25">
              <a:extLst>
                <a:ext uri="{FF2B5EF4-FFF2-40B4-BE49-F238E27FC236}">
                  <a16:creationId xmlns:a16="http://schemas.microsoft.com/office/drawing/2014/main" id="{38D4C5B4-C93F-9828-1E60-EDADF4383684}"/>
                </a:ext>
              </a:extLst>
            </p:cNvPr>
            <p:cNvSpPr/>
            <p:nvPr/>
          </p:nvSpPr>
          <p:spPr>
            <a:xfrm flipH="1">
              <a:off x="6085513" y="2216296"/>
              <a:ext cx="543" cy="3338"/>
            </a:xfrm>
            <a:custGeom>
              <a:avLst/>
              <a:gdLst/>
              <a:ahLst/>
              <a:cxnLst/>
              <a:rect l="l" t="t" r="r" b="b"/>
              <a:pathLst>
                <a:path w="14" h="86" extrusionOk="0">
                  <a:moveTo>
                    <a:pt x="0" y="1"/>
                  </a:moveTo>
                  <a:lnTo>
                    <a:pt x="8" y="54"/>
                  </a:lnTo>
                  <a:lnTo>
                    <a:pt x="8" y="54"/>
                  </a:lnTo>
                  <a:cubicBezTo>
                    <a:pt x="5" y="30"/>
                    <a:pt x="2" y="13"/>
                    <a:pt x="0" y="1"/>
                  </a:cubicBezTo>
                  <a:close/>
                  <a:moveTo>
                    <a:pt x="8" y="54"/>
                  </a:moveTo>
                  <a:cubicBezTo>
                    <a:pt x="10" y="64"/>
                    <a:pt x="11" y="74"/>
                    <a:pt x="13" y="86"/>
                  </a:cubicBezTo>
                  <a:lnTo>
                    <a:pt x="8" y="54"/>
                  </a:ln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1513;p25">
              <a:extLst>
                <a:ext uri="{FF2B5EF4-FFF2-40B4-BE49-F238E27FC236}">
                  <a16:creationId xmlns:a16="http://schemas.microsoft.com/office/drawing/2014/main" id="{488F79F8-9AAA-A954-873E-17B3B2862417}"/>
                </a:ext>
              </a:extLst>
            </p:cNvPr>
            <p:cNvSpPr/>
            <p:nvPr/>
          </p:nvSpPr>
          <p:spPr>
            <a:xfrm flipH="1">
              <a:off x="6085512" y="2215637"/>
              <a:ext cx="31205" cy="11527"/>
            </a:xfrm>
            <a:custGeom>
              <a:avLst/>
              <a:gdLst/>
              <a:ahLst/>
              <a:cxnLst/>
              <a:rect l="l" t="t" r="r" b="b"/>
              <a:pathLst>
                <a:path w="804" h="297" extrusionOk="0">
                  <a:moveTo>
                    <a:pt x="786" y="1"/>
                  </a:moveTo>
                  <a:cubicBezTo>
                    <a:pt x="630" y="117"/>
                    <a:pt x="470" y="151"/>
                    <a:pt x="334" y="151"/>
                  </a:cubicBezTo>
                  <a:cubicBezTo>
                    <a:pt x="147" y="151"/>
                    <a:pt x="11" y="86"/>
                    <a:pt x="11" y="86"/>
                  </a:cubicBezTo>
                  <a:lnTo>
                    <a:pt x="1" y="263"/>
                  </a:lnTo>
                  <a:cubicBezTo>
                    <a:pt x="89" y="286"/>
                    <a:pt x="174" y="297"/>
                    <a:pt x="252" y="297"/>
                  </a:cubicBezTo>
                  <a:cubicBezTo>
                    <a:pt x="589" y="297"/>
                    <a:pt x="803" y="103"/>
                    <a:pt x="803" y="103"/>
                  </a:cubicBezTo>
                  <a:cubicBezTo>
                    <a:pt x="797" y="62"/>
                    <a:pt x="793" y="35"/>
                    <a:pt x="790" y="18"/>
                  </a:cubicBezTo>
                  <a:lnTo>
                    <a:pt x="790" y="15"/>
                  </a:lnTo>
                  <a:lnTo>
                    <a:pt x="790" y="11"/>
                  </a:lnTo>
                  <a:lnTo>
                    <a:pt x="790" y="8"/>
                  </a:lnTo>
                  <a:lnTo>
                    <a:pt x="786" y="8"/>
                  </a:lnTo>
                  <a:lnTo>
                    <a:pt x="786" y="5"/>
                  </a:lnTo>
                  <a:lnTo>
                    <a:pt x="786" y="1"/>
                  </a:lnTo>
                  <a:close/>
                </a:path>
              </a:pathLst>
            </a:custGeom>
            <a:solidFill>
              <a:srgbClr val="146B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514;p25">
              <a:extLst>
                <a:ext uri="{FF2B5EF4-FFF2-40B4-BE49-F238E27FC236}">
                  <a16:creationId xmlns:a16="http://schemas.microsoft.com/office/drawing/2014/main" id="{45E80D32-1023-553E-7AD4-1831BA50FC5F}"/>
                </a:ext>
              </a:extLst>
            </p:cNvPr>
            <p:cNvSpPr/>
            <p:nvPr/>
          </p:nvSpPr>
          <p:spPr>
            <a:xfrm flipH="1">
              <a:off x="6106621" y="2035007"/>
              <a:ext cx="164449" cy="169455"/>
            </a:xfrm>
            <a:custGeom>
              <a:avLst/>
              <a:gdLst/>
              <a:ahLst/>
              <a:cxnLst/>
              <a:rect l="l" t="t" r="r" b="b"/>
              <a:pathLst>
                <a:path w="4237" h="4366" extrusionOk="0">
                  <a:moveTo>
                    <a:pt x="935" y="1"/>
                  </a:moveTo>
                  <a:cubicBezTo>
                    <a:pt x="935" y="1"/>
                    <a:pt x="170" y="293"/>
                    <a:pt x="0" y="1640"/>
                  </a:cubicBezTo>
                  <a:cubicBezTo>
                    <a:pt x="466" y="2727"/>
                    <a:pt x="1316" y="3655"/>
                    <a:pt x="2560" y="4366"/>
                  </a:cubicBezTo>
                  <a:lnTo>
                    <a:pt x="3250" y="3135"/>
                  </a:lnTo>
                  <a:lnTo>
                    <a:pt x="4237" y="3247"/>
                  </a:lnTo>
                  <a:lnTo>
                    <a:pt x="4237" y="3247"/>
                  </a:lnTo>
                  <a:lnTo>
                    <a:pt x="948" y="746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515;p25">
              <a:extLst>
                <a:ext uri="{FF2B5EF4-FFF2-40B4-BE49-F238E27FC236}">
                  <a16:creationId xmlns:a16="http://schemas.microsoft.com/office/drawing/2014/main" id="{4C305766-9D97-7858-0DD1-4BEEF224356D}"/>
                </a:ext>
              </a:extLst>
            </p:cNvPr>
            <p:cNvSpPr/>
            <p:nvPr/>
          </p:nvSpPr>
          <p:spPr>
            <a:xfrm flipH="1">
              <a:off x="6044875" y="2048358"/>
              <a:ext cx="61789" cy="126839"/>
            </a:xfrm>
            <a:custGeom>
              <a:avLst/>
              <a:gdLst/>
              <a:ahLst/>
              <a:cxnLst/>
              <a:rect l="l" t="t" r="r" b="b"/>
              <a:pathLst>
                <a:path w="1592" h="3268" extrusionOk="0">
                  <a:moveTo>
                    <a:pt x="201" y="0"/>
                  </a:moveTo>
                  <a:lnTo>
                    <a:pt x="205" y="956"/>
                  </a:lnTo>
                  <a:cubicBezTo>
                    <a:pt x="205" y="956"/>
                    <a:pt x="68" y="2214"/>
                    <a:pt x="1" y="2903"/>
                  </a:cubicBezTo>
                  <a:lnTo>
                    <a:pt x="728" y="2553"/>
                  </a:lnTo>
                  <a:lnTo>
                    <a:pt x="1517" y="3267"/>
                  </a:lnTo>
                  <a:cubicBezTo>
                    <a:pt x="1517" y="3267"/>
                    <a:pt x="1592" y="1194"/>
                    <a:pt x="1261" y="650"/>
                  </a:cubicBezTo>
                  <a:cubicBezTo>
                    <a:pt x="932" y="105"/>
                    <a:pt x="201" y="0"/>
                    <a:pt x="201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aphicFrame>
        <p:nvGraphicFramePr>
          <p:cNvPr id="3" name="Content Placeholder 7">
            <a:extLst>
              <a:ext uri="{FF2B5EF4-FFF2-40B4-BE49-F238E27FC236}">
                <a16:creationId xmlns:a16="http://schemas.microsoft.com/office/drawing/2014/main" id="{2E3422DF-6C34-B1EB-9424-30EAD0B620E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48393388"/>
              </p:ext>
            </p:extLst>
          </p:nvPr>
        </p:nvGraphicFramePr>
        <p:xfrm>
          <a:off x="4937516" y="1695039"/>
          <a:ext cx="5938698" cy="31010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2" name="TextBox 101">
            <a:extLst>
              <a:ext uri="{FF2B5EF4-FFF2-40B4-BE49-F238E27FC236}">
                <a16:creationId xmlns:a16="http://schemas.microsoft.com/office/drawing/2014/main" id="{03255EA4-5301-1EAE-5240-C098336EF033}"/>
              </a:ext>
            </a:extLst>
          </p:cNvPr>
          <p:cNvSpPr txBox="1"/>
          <p:nvPr/>
        </p:nvSpPr>
        <p:spPr>
          <a:xfrm>
            <a:off x="5177473" y="1994259"/>
            <a:ext cx="3753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3963AA"/>
                </a:solidFill>
              </a:rPr>
              <a:t>1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BB300FE0-EF2C-2E8D-AF96-C1B41D64FA3D}"/>
              </a:ext>
            </a:extLst>
          </p:cNvPr>
          <p:cNvSpPr txBox="1"/>
          <p:nvPr/>
        </p:nvSpPr>
        <p:spPr>
          <a:xfrm>
            <a:off x="5410104" y="2916515"/>
            <a:ext cx="3753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2F81DD"/>
                </a:solidFill>
              </a:rPr>
              <a:t>2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FEC29635-82AF-E8E5-92F4-0AC057588CE6}"/>
              </a:ext>
            </a:extLst>
          </p:cNvPr>
          <p:cNvSpPr txBox="1"/>
          <p:nvPr/>
        </p:nvSpPr>
        <p:spPr>
          <a:xfrm>
            <a:off x="5170824" y="3856644"/>
            <a:ext cx="3753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95ACD6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445528586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CA194FB-EA5A-4C5E-89D4-46FBEFA20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Lesson Objectives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6D104B9-AFA2-4DC5-B0DC-1C9BE72003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9105" y="1249949"/>
            <a:ext cx="10618304" cy="160432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en-US" b="1" i="1" dirty="0">
                <a:latin typeface="Arial"/>
                <a:cs typeface="Arial"/>
              </a:rPr>
              <a:t>Understanding</a:t>
            </a:r>
            <a:r>
              <a:rPr lang="en-US" altLang="en-US" i="1" dirty="0">
                <a:latin typeface="Arial"/>
                <a:cs typeface="Arial"/>
              </a:rPr>
              <a:t> about </a:t>
            </a:r>
            <a:r>
              <a:rPr lang="en-US" altLang="en-US" b="1" i="1" dirty="0">
                <a:latin typeface="Arial"/>
                <a:cs typeface="Arial"/>
              </a:rPr>
              <a:t>input</a:t>
            </a:r>
            <a:r>
              <a:rPr lang="en-US" altLang="en-US" i="1" dirty="0">
                <a:latin typeface="Arial"/>
                <a:cs typeface="Arial"/>
              </a:rPr>
              <a:t> and </a:t>
            </a:r>
            <a:r>
              <a:rPr lang="en-US" altLang="en-US" b="1" i="1" dirty="0">
                <a:latin typeface="Arial"/>
                <a:cs typeface="Arial"/>
              </a:rPr>
              <a:t>output</a:t>
            </a:r>
            <a:r>
              <a:rPr lang="en-US" altLang="en-US" i="1" dirty="0">
                <a:latin typeface="Arial"/>
                <a:cs typeface="Arial"/>
              </a:rPr>
              <a:t> in microcontroller.</a:t>
            </a:r>
            <a:endParaRPr lang="en-US" altLang="en-US" sz="2400" i="1" dirty="0">
              <a:latin typeface="Arial"/>
              <a:cs typeface="Arial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en-US" b="1" i="1" dirty="0">
                <a:latin typeface="Arial"/>
                <a:cs typeface="Arial"/>
              </a:rPr>
              <a:t>Be able to code </a:t>
            </a:r>
            <a:r>
              <a:rPr lang="en-US" altLang="en-US" i="1" dirty="0">
                <a:latin typeface="Arial"/>
                <a:cs typeface="Arial"/>
              </a:rPr>
              <a:t>use directly registers and </a:t>
            </a:r>
            <a:r>
              <a:rPr lang="en-US" altLang="en-US" b="1" i="1" dirty="0">
                <a:latin typeface="Arial"/>
                <a:cs typeface="Arial"/>
              </a:rPr>
              <a:t>write library </a:t>
            </a:r>
            <a:r>
              <a:rPr lang="en-US" altLang="en-US" i="1" dirty="0">
                <a:latin typeface="Arial"/>
                <a:cs typeface="Arial"/>
              </a:rPr>
              <a:t>to reuse.</a:t>
            </a:r>
            <a:endParaRPr lang="en-US" altLang="en-US" sz="2400" i="1" dirty="0">
              <a:latin typeface="Arial"/>
              <a:cs typeface="Arial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F25227-877E-4E94-881F-58C373EBA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DAB0F-01A5-4AB0-84E3-BA9DDAF20443}" type="slidenum">
              <a:rPr lang="en-US" smtClean="0"/>
              <a:t>3</a:t>
            </a:fld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D541F9B-98F1-43FC-9943-20C52AEBCD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09e-BM/DT/FSOFT - @FPT SOFTWARE - FPT Software Academy - Internal Use</a:t>
            </a:r>
          </a:p>
        </p:txBody>
      </p:sp>
      <p:pic>
        <p:nvPicPr>
          <p:cNvPr id="3" name="Picture 8" descr="Illustration vector graphic cartoon character of business target">
            <a:extLst>
              <a:ext uri="{FF2B5EF4-FFF2-40B4-BE49-F238E27FC236}">
                <a16:creationId xmlns:a16="http://schemas.microsoft.com/office/drawing/2014/main" id="{FF533FD8-EEBB-C4CC-8E38-46C8E0FF52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6176" y="3725966"/>
            <a:ext cx="2376672" cy="2376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Graphic 7" descr="Bullseye with solid fill">
            <a:extLst>
              <a:ext uri="{FF2B5EF4-FFF2-40B4-BE49-F238E27FC236}">
                <a16:creationId xmlns:a16="http://schemas.microsoft.com/office/drawing/2014/main" id="{A841F596-29E0-ADB3-9CF3-246350AB1D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8733" y="1367326"/>
            <a:ext cx="445545" cy="445545"/>
          </a:xfrm>
          <a:prstGeom prst="rect">
            <a:avLst/>
          </a:prstGeom>
        </p:spPr>
      </p:pic>
      <p:pic>
        <p:nvPicPr>
          <p:cNvPr id="9" name="Graphic 8" descr="Bullseye with solid fill">
            <a:extLst>
              <a:ext uri="{FF2B5EF4-FFF2-40B4-BE49-F238E27FC236}">
                <a16:creationId xmlns:a16="http://schemas.microsoft.com/office/drawing/2014/main" id="{F91747B1-F1FD-17D2-5EF4-578BBAC3E8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8733" y="1964948"/>
            <a:ext cx="445545" cy="445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071964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CA194FB-EA5A-4C5E-89D4-46FBEFA20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8832"/>
            <a:ext cx="10515600" cy="1273911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sz="6000" dirty="0">
                <a:latin typeface="Arial"/>
                <a:cs typeface="Arial"/>
              </a:rPr>
              <a:t>GPIO OVERVIEW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6D104B9-AFA2-4DC5-B0DC-1C9BE72003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algn="just"/>
            <a:r>
              <a:rPr lang="en-US" altLang="en-US" i="1"/>
              <a:t>S</a:t>
            </a:r>
            <a:r>
              <a:rPr lang="en-US" altLang="en-US" sz="2400" i="1">
                <a:latin typeface="Arial" panose="020B0604020202020204" pitchFamily="34" charset="0"/>
                <a:cs typeface="Arial" panose="020B0604020202020204" pitchFamily="34" charset="0"/>
              </a:rPr>
              <a:t>ection 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F25227-877E-4E94-881F-58C373EBA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DAB0F-01A5-4AB0-84E3-BA9DDAF20443}" type="slidenum">
              <a:rPr lang="en-US" smtClean="0"/>
              <a:t>4</a:t>
            </a:fld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5EA9581-2598-4BE9-9AAB-958B1230E9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09e-BM/DT/FSOFT - @FPT SOFTWARE - FPT Software Academy - Internal Use</a:t>
            </a:r>
          </a:p>
        </p:txBody>
      </p:sp>
    </p:spTree>
    <p:extLst>
      <p:ext uri="{BB962C8B-B14F-4D97-AF65-F5344CB8AC3E}">
        <p14:creationId xmlns:p14="http://schemas.microsoft.com/office/powerpoint/2010/main" val="203532094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CA194FB-EA5A-4C5E-89D4-46FBEFA20841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en-US" dirty="0"/>
              <a:t>GPIO Overview - Agenda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F25227-877E-4E94-881F-58C373EBA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DAB0F-01A5-4AB0-84E3-BA9DDAF20443}" type="slidenum">
              <a:rPr lang="en-US" smtClean="0"/>
              <a:t>5</a:t>
            </a:fld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C96F96B-9772-45D8-B455-28C256A214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09e-BM/DT/FSOFT - @FPT SOFTWARE - FPT Software Academy - Internal Use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DE7A5BA9-F0C6-A36D-4001-25A609B2E0A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81711809"/>
              </p:ext>
            </p:extLst>
          </p:nvPr>
        </p:nvGraphicFramePr>
        <p:xfrm>
          <a:off x="844136" y="1240326"/>
          <a:ext cx="7658929" cy="37931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50906054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73B99-14DD-E011-0194-6BF5F32E7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/>
                <a:cs typeface="Arial"/>
              </a:rPr>
              <a:t>GPIO Overview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33E785-248B-14D7-5041-76BE47EED2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5496" y="1148972"/>
            <a:ext cx="10618304" cy="873976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50000"/>
              </a:lnSpc>
              <a:buFont typeface="Wingdings"/>
            </a:pPr>
            <a:r>
              <a:rPr lang="en-US" sz="2000" b="1" dirty="0">
                <a:solidFill>
                  <a:srgbClr val="000000"/>
                </a:solidFill>
                <a:latin typeface="Arial"/>
                <a:cs typeface="Arial"/>
              </a:rPr>
              <a:t>GPIO (</a:t>
            </a:r>
            <a:r>
              <a:rPr lang="en-US" sz="2000" i="1" dirty="0">
                <a:solidFill>
                  <a:srgbClr val="000000"/>
                </a:solidFill>
                <a:latin typeface="Arial"/>
                <a:cs typeface="Arial"/>
              </a:rPr>
              <a:t>General-Purpose Input/Output</a:t>
            </a:r>
            <a:r>
              <a:rPr lang="en-US" sz="2000" b="1" dirty="0">
                <a:solidFill>
                  <a:srgbClr val="000000"/>
                </a:solidFill>
                <a:latin typeface="Arial"/>
                <a:cs typeface="Arial"/>
              </a:rPr>
              <a:t>): </a:t>
            </a:r>
            <a:r>
              <a:rPr lang="en-US" sz="2000" dirty="0">
                <a:solidFill>
                  <a:srgbClr val="000000"/>
                </a:solidFill>
                <a:latin typeface="Arial"/>
                <a:cs typeface="Arial"/>
              </a:rPr>
              <a:t>Provide support for control devices</a:t>
            </a:r>
            <a:endParaRPr lang="en-US" sz="2000" dirty="0"/>
          </a:p>
          <a:p>
            <a:pPr>
              <a:lnSpc>
                <a:spcPct val="150000"/>
              </a:lnSpc>
              <a:buFont typeface="Wingdings"/>
            </a:pPr>
            <a:r>
              <a:rPr lang="en-US" sz="2000" b="1" dirty="0">
                <a:solidFill>
                  <a:srgbClr val="000000"/>
                </a:solidFill>
                <a:latin typeface="Arial"/>
                <a:cs typeface="Arial"/>
              </a:rPr>
              <a:t>GPIO </a:t>
            </a:r>
            <a:r>
              <a:rPr lang="en-US" sz="2000" dirty="0">
                <a:solidFill>
                  <a:srgbClr val="000000"/>
                </a:solidFill>
                <a:latin typeface="Arial"/>
                <a:cs typeface="Arial"/>
              </a:rPr>
              <a:t>is used for </a:t>
            </a:r>
            <a:r>
              <a:rPr lang="en-US" sz="2000" b="1" dirty="0">
                <a:solidFill>
                  <a:srgbClr val="000000"/>
                </a:solidFill>
                <a:latin typeface="Arial"/>
                <a:cs typeface="Arial"/>
              </a:rPr>
              <a:t>control turning on </a:t>
            </a:r>
            <a:r>
              <a:rPr lang="en-US" sz="2000" dirty="0">
                <a:solidFill>
                  <a:srgbClr val="000000"/>
                </a:solidFill>
                <a:latin typeface="Arial"/>
                <a:cs typeface="Arial"/>
              </a:rPr>
              <a:t>or </a:t>
            </a:r>
            <a:r>
              <a:rPr lang="en-US" sz="2000" b="1" dirty="0">
                <a:solidFill>
                  <a:srgbClr val="000000"/>
                </a:solidFill>
                <a:latin typeface="Arial"/>
                <a:cs typeface="Arial"/>
              </a:rPr>
              <a:t>turning off </a:t>
            </a:r>
            <a:r>
              <a:rPr lang="en-US" sz="2000" dirty="0">
                <a:solidFill>
                  <a:srgbClr val="000000"/>
                </a:solidFill>
                <a:latin typeface="Arial"/>
                <a:cs typeface="Arial"/>
              </a:rPr>
              <a:t>the devices (</a:t>
            </a:r>
            <a:r>
              <a:rPr lang="en-US" sz="2000" dirty="0" err="1">
                <a:solidFill>
                  <a:srgbClr val="000000"/>
                </a:solidFill>
                <a:latin typeface="Arial"/>
                <a:cs typeface="Arial"/>
              </a:rPr>
              <a:t>e.g</a:t>
            </a:r>
            <a:r>
              <a:rPr lang="en-US" sz="2000" dirty="0">
                <a:solidFill>
                  <a:srgbClr val="000000"/>
                </a:solidFill>
                <a:latin typeface="Arial"/>
                <a:cs typeface="Arial"/>
              </a:rPr>
              <a:t> Led, Relay ...)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5B2D7D-0B3F-DBAC-9CF6-1E681E45F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DAB0F-01A5-4AB0-84E3-BA9DDAF20443}" type="slidenum">
              <a:rPr lang="en-US" smtClean="0"/>
              <a:t>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861258-7ED0-08C0-90EE-8148850DBE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09e-BM/DT/FSOFT - @FPT SOFTWARE - FPT Software Academy - Internal Use</a:t>
            </a:r>
          </a:p>
        </p:txBody>
      </p:sp>
      <p:pic>
        <p:nvPicPr>
          <p:cNvPr id="6" name="Picture 5" descr="A diagram of a microcontroller&#10;&#10;Description automatically generated">
            <a:extLst>
              <a:ext uri="{FF2B5EF4-FFF2-40B4-BE49-F238E27FC236}">
                <a16:creationId xmlns:a16="http://schemas.microsoft.com/office/drawing/2014/main" id="{DE2327E6-1B33-268E-ECC8-49FF158382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7347" y="2487413"/>
            <a:ext cx="7611542" cy="3645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5938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diagram of a circuit&#10;&#10;Description automatically generated">
            <a:extLst>
              <a:ext uri="{FF2B5EF4-FFF2-40B4-BE49-F238E27FC236}">
                <a16:creationId xmlns:a16="http://schemas.microsoft.com/office/drawing/2014/main" id="{AFDE8CBC-C87D-1872-05CF-8FD413A07E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7855" y="2836672"/>
            <a:ext cx="5875946" cy="358627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8073B99-14DD-E011-0194-6BF5F32E7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Arial"/>
                <a:cs typeface="Arial"/>
              </a:rPr>
              <a:t>Introduction GPIO module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33E785-248B-14D7-5041-76BE47EED2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5496" y="1076295"/>
            <a:ext cx="10237305" cy="2072978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lnSpc>
                <a:spcPct val="150000"/>
              </a:lnSpc>
              <a:spcBef>
                <a:spcPct val="20000"/>
              </a:spcBef>
            </a:pPr>
            <a:r>
              <a:rPr lang="en-US" sz="1600" dirty="0">
                <a:solidFill>
                  <a:srgbClr val="000000"/>
                </a:solidFill>
                <a:latin typeface="Arial"/>
                <a:cs typeface="Arial"/>
              </a:rPr>
              <a:t>The </a:t>
            </a:r>
            <a:r>
              <a:rPr lang="en-US" sz="1600" b="1" dirty="0">
                <a:solidFill>
                  <a:srgbClr val="000000"/>
                </a:solidFill>
                <a:latin typeface="Arial"/>
                <a:cs typeface="Arial"/>
              </a:rPr>
              <a:t>general-purpose</a:t>
            </a:r>
            <a:r>
              <a:rPr lang="en-US" sz="1600" dirty="0">
                <a:solidFill>
                  <a:srgbClr val="000000"/>
                </a:solidFill>
                <a:latin typeface="Arial"/>
                <a:cs typeface="Arial"/>
              </a:rPr>
              <a:t> input and output (GPIO) module </a:t>
            </a:r>
            <a:r>
              <a:rPr lang="en-US" sz="1600" b="1" dirty="0">
                <a:solidFill>
                  <a:srgbClr val="000000"/>
                </a:solidFill>
                <a:latin typeface="Arial"/>
                <a:cs typeface="Arial"/>
              </a:rPr>
              <a:t>communicates to the processor core </a:t>
            </a:r>
            <a:r>
              <a:rPr lang="en-US" sz="1600" dirty="0">
                <a:solidFill>
                  <a:srgbClr val="000000"/>
                </a:solidFill>
                <a:latin typeface="Arial"/>
                <a:cs typeface="Arial"/>
              </a:rPr>
              <a:t>via a zero wait </a:t>
            </a:r>
            <a:r>
              <a:rPr lang="en-US" sz="1600" b="1" dirty="0">
                <a:solidFill>
                  <a:srgbClr val="000000"/>
                </a:solidFill>
                <a:latin typeface="Arial"/>
                <a:cs typeface="Arial"/>
              </a:rPr>
              <a:t>state interface (IOPORT)</a:t>
            </a:r>
            <a:r>
              <a:rPr lang="en-US" sz="1600" dirty="0">
                <a:solidFill>
                  <a:srgbClr val="000000"/>
                </a:solidFill>
                <a:latin typeface="Arial"/>
                <a:cs typeface="Arial"/>
              </a:rPr>
              <a:t> for maximum pin performance.</a:t>
            </a:r>
          </a:p>
          <a:p>
            <a:pPr algn="just">
              <a:lnSpc>
                <a:spcPct val="150000"/>
              </a:lnSpc>
              <a:spcBef>
                <a:spcPct val="20000"/>
              </a:spcBef>
            </a:pPr>
            <a:r>
              <a:rPr lang="en-US" sz="1600" dirty="0">
                <a:solidFill>
                  <a:srgbClr val="000000"/>
                </a:solidFill>
                <a:latin typeface="Arial"/>
                <a:cs typeface="Arial"/>
              </a:rPr>
              <a:t>The GPIO registers support </a:t>
            </a:r>
            <a:r>
              <a:rPr lang="en-US" sz="1600" b="1" dirty="0">
                <a:solidFill>
                  <a:srgbClr val="000000"/>
                </a:solidFill>
                <a:latin typeface="Arial"/>
                <a:cs typeface="Arial"/>
              </a:rPr>
              <a:t>8 bit, 16-bit </a:t>
            </a:r>
            <a:r>
              <a:rPr lang="en-US" sz="1600" dirty="0">
                <a:solidFill>
                  <a:srgbClr val="000000"/>
                </a:solidFill>
                <a:latin typeface="Arial"/>
                <a:cs typeface="Arial"/>
              </a:rPr>
              <a:t>or </a:t>
            </a:r>
            <a:r>
              <a:rPr lang="en-US" sz="1600" b="1" dirty="0">
                <a:solidFill>
                  <a:srgbClr val="000000"/>
                </a:solidFill>
                <a:latin typeface="Arial"/>
                <a:cs typeface="Arial"/>
              </a:rPr>
              <a:t>32 bit </a:t>
            </a:r>
            <a:r>
              <a:rPr lang="en-US" sz="1600" dirty="0">
                <a:solidFill>
                  <a:srgbClr val="000000"/>
                </a:solidFill>
                <a:latin typeface="Arial"/>
                <a:cs typeface="Arial"/>
              </a:rPr>
              <a:t>access.</a:t>
            </a:r>
          </a:p>
          <a:p>
            <a:pPr algn="just">
              <a:lnSpc>
                <a:spcPct val="150000"/>
              </a:lnSpc>
              <a:spcBef>
                <a:spcPct val="20000"/>
              </a:spcBef>
            </a:pPr>
            <a:r>
              <a:rPr lang="en-US" sz="1600" dirty="0">
                <a:solidFill>
                  <a:srgbClr val="000000"/>
                </a:solidFill>
                <a:latin typeface="Arial"/>
                <a:cs typeface="Arial"/>
              </a:rPr>
              <a:t>The GPIO data direction and output data registers control the direction and output data of each pin.</a:t>
            </a:r>
          </a:p>
          <a:p>
            <a:pPr algn="just">
              <a:lnSpc>
                <a:spcPct val="150000"/>
              </a:lnSpc>
              <a:spcBef>
                <a:spcPct val="20000"/>
              </a:spcBef>
            </a:pPr>
            <a:r>
              <a:rPr lang="en-US" sz="1600" dirty="0">
                <a:solidFill>
                  <a:srgbClr val="000000"/>
                </a:solidFill>
                <a:latin typeface="Arial"/>
                <a:cs typeface="Arial"/>
              </a:rPr>
              <a:t>The GPIO input data register displays the logic value on each pin.</a:t>
            </a:r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5B2D7D-0B3F-DBAC-9CF6-1E681E45F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DAB0F-01A5-4AB0-84E3-BA9DDAF20443}" type="slidenum">
              <a:rPr lang="en-US" smtClean="0"/>
              <a:t>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861258-7ED0-08C0-90EE-8148850DBE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09e-BM/DT/FSOFT - @FPT SOFTWARE - FPT Software Academy - Internal Use</a:t>
            </a:r>
          </a:p>
        </p:txBody>
      </p:sp>
    </p:spTree>
    <p:extLst>
      <p:ext uri="{BB962C8B-B14F-4D97-AF65-F5344CB8AC3E}">
        <p14:creationId xmlns:p14="http://schemas.microsoft.com/office/powerpoint/2010/main" val="19288326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73B99-14DD-E011-0194-6BF5F32E7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Arial"/>
                <a:cs typeface="Arial"/>
              </a:rPr>
              <a:t>Knowledge of C required to use GPIO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33E785-248B-14D7-5041-76BE47EED2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5496" y="1208607"/>
            <a:ext cx="5039139" cy="1003636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spcBef>
                <a:spcPct val="20000"/>
              </a:spcBef>
            </a:pPr>
            <a:r>
              <a:rPr lang="en-US" sz="1800" dirty="0">
                <a:solidFill>
                  <a:srgbClr val="000000"/>
                </a:solidFill>
                <a:latin typeface="Arial"/>
                <a:cs typeface="Arial"/>
              </a:rPr>
              <a:t>Knowledge about </a:t>
            </a:r>
            <a:r>
              <a:rPr lang="en-US" sz="1800" b="1" dirty="0">
                <a:solidFill>
                  <a:srgbClr val="000000"/>
                </a:solidFill>
                <a:latin typeface="Arial"/>
                <a:cs typeface="Arial"/>
              </a:rPr>
              <a:t>data struct type.</a:t>
            </a:r>
          </a:p>
          <a:p>
            <a:pPr>
              <a:spcBef>
                <a:spcPct val="20000"/>
              </a:spcBef>
            </a:pPr>
            <a:r>
              <a:rPr lang="en-US" sz="1800" b="1" dirty="0">
                <a:solidFill>
                  <a:srgbClr val="000000"/>
                </a:solidFill>
                <a:latin typeface="Arial"/>
                <a:cs typeface="Arial"/>
              </a:rPr>
              <a:t>Pointer.</a:t>
            </a:r>
          </a:p>
          <a:p>
            <a:pPr>
              <a:spcBef>
                <a:spcPct val="20000"/>
              </a:spcBef>
            </a:pPr>
            <a:r>
              <a:rPr lang="en-US" sz="1800" dirty="0">
                <a:solidFill>
                  <a:srgbClr val="000000"/>
                </a:solidFill>
                <a:latin typeface="Arial"/>
                <a:cs typeface="Arial"/>
              </a:rPr>
              <a:t>Understand about </a:t>
            </a:r>
            <a:r>
              <a:rPr lang="en-US" sz="1800" b="1" dirty="0">
                <a:solidFill>
                  <a:srgbClr val="000000"/>
                </a:solidFill>
                <a:latin typeface="Arial"/>
                <a:cs typeface="Arial"/>
              </a:rPr>
              <a:t>peripheral memory map.</a:t>
            </a:r>
            <a:endParaRPr lang="en-US" sz="1800" b="1" dirty="0"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5B2D7D-0B3F-DBAC-9CF6-1E681E45F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DAB0F-01A5-4AB0-84E3-BA9DDAF20443}" type="slidenum">
              <a:rPr lang="en-US" smtClean="0"/>
              <a:t>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861258-7ED0-08C0-90EE-8148850DBE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09e-BM/DT/FSOFT - @FPT SOFTWARE - FPT Software Academy - Internal Use</a:t>
            </a:r>
          </a:p>
        </p:txBody>
      </p:sp>
      <p:pic>
        <p:nvPicPr>
          <p:cNvPr id="7" name="Picture 6" descr="A computer code with red arrow pointing to the left&#10;&#10;Description automatically generated">
            <a:extLst>
              <a:ext uri="{FF2B5EF4-FFF2-40B4-BE49-F238E27FC236}">
                <a16:creationId xmlns:a16="http://schemas.microsoft.com/office/drawing/2014/main" id="{C0D46401-C35C-EC1F-69F0-D183F0EEE6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558" y="3364381"/>
            <a:ext cx="4837043" cy="2054915"/>
          </a:xfrm>
          <a:prstGeom prst="rect">
            <a:avLst/>
          </a:prstGeom>
        </p:spPr>
      </p:pic>
      <p:pic>
        <p:nvPicPr>
          <p:cNvPr id="8" name="Picture 7" descr="A screenshot of a computer&#10;&#10;Description automatically generated">
            <a:extLst>
              <a:ext uri="{FF2B5EF4-FFF2-40B4-BE49-F238E27FC236}">
                <a16:creationId xmlns:a16="http://schemas.microsoft.com/office/drawing/2014/main" id="{3B5D68B9-E2DD-5BB8-2DE1-384F122D30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9206" y="1150040"/>
            <a:ext cx="4332632" cy="2216840"/>
          </a:xfrm>
          <a:prstGeom prst="rect">
            <a:avLst/>
          </a:prstGeom>
        </p:spPr>
      </p:pic>
      <p:pic>
        <p:nvPicPr>
          <p:cNvPr id="9" name="Picture 8" descr="A screenshot of a register&#10;&#10;Description automatically generated">
            <a:extLst>
              <a:ext uri="{FF2B5EF4-FFF2-40B4-BE49-F238E27FC236}">
                <a16:creationId xmlns:a16="http://schemas.microsoft.com/office/drawing/2014/main" id="{10223C8E-9DA5-E255-0A19-2558473BCC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0412" y="3605420"/>
            <a:ext cx="4749661" cy="2469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3427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diagram of a bus clock module&#10;&#10;Description automatically generated">
            <a:extLst>
              <a:ext uri="{FF2B5EF4-FFF2-40B4-BE49-F238E27FC236}">
                <a16:creationId xmlns:a16="http://schemas.microsoft.com/office/drawing/2014/main" id="{B6F4085A-8E15-39DC-0A55-51D2981543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1182" y="1284573"/>
            <a:ext cx="7090599" cy="379162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8073B99-14DD-E011-0194-6BF5F32E7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Arial"/>
                <a:cs typeface="Arial"/>
              </a:rPr>
              <a:t>Role of clock with GPIO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33E785-248B-14D7-5041-76BE47EED2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5496" y="3445072"/>
            <a:ext cx="4588534" cy="2289158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lnSpc>
                <a:spcPct val="150000"/>
              </a:lnSpc>
              <a:spcBef>
                <a:spcPct val="20000"/>
              </a:spcBef>
            </a:pPr>
            <a:r>
              <a:rPr lang="en-US" sz="1800" dirty="0">
                <a:solidFill>
                  <a:srgbClr val="000000"/>
                </a:solidFill>
                <a:latin typeface="Arial"/>
                <a:cs typeface="Arial"/>
              </a:rPr>
              <a:t>The </a:t>
            </a:r>
            <a:r>
              <a:rPr lang="en-US" sz="1800" b="1" dirty="0">
                <a:solidFill>
                  <a:srgbClr val="000000"/>
                </a:solidFill>
                <a:latin typeface="Arial"/>
                <a:cs typeface="Arial"/>
              </a:rPr>
              <a:t>clock signal</a:t>
            </a:r>
            <a:r>
              <a:rPr lang="en-US" sz="1800" dirty="0">
                <a:solidFill>
                  <a:srgbClr val="000000"/>
                </a:solidFill>
                <a:latin typeface="Arial"/>
                <a:cs typeface="Arial"/>
              </a:rPr>
              <a:t> is used to </a:t>
            </a:r>
            <a:r>
              <a:rPr lang="en-US" sz="1800" b="1" dirty="0">
                <a:solidFill>
                  <a:srgbClr val="000000"/>
                </a:solidFill>
                <a:latin typeface="Arial"/>
                <a:cs typeface="Arial"/>
              </a:rPr>
              <a:t>maintain the synchronicity</a:t>
            </a:r>
            <a:r>
              <a:rPr lang="en-US" sz="1800" dirty="0">
                <a:solidFill>
                  <a:srgbClr val="000000"/>
                </a:solidFill>
                <a:latin typeface="Arial"/>
                <a:cs typeface="Arial"/>
              </a:rPr>
              <a:t> and </a:t>
            </a:r>
            <a:r>
              <a:rPr lang="en-US" sz="1800" b="1" dirty="0">
                <a:solidFill>
                  <a:srgbClr val="000000"/>
                </a:solidFill>
                <a:latin typeface="Arial"/>
                <a:cs typeface="Arial"/>
              </a:rPr>
              <a:t>result validity between blocks</a:t>
            </a:r>
            <a:r>
              <a:rPr lang="en-US" sz="1800" dirty="0">
                <a:solidFill>
                  <a:srgbClr val="000000"/>
                </a:solidFill>
                <a:latin typeface="Arial"/>
                <a:cs typeface="Arial"/>
              </a:rPr>
              <a:t>(CPU, GPIO).</a:t>
            </a:r>
          </a:p>
          <a:p>
            <a:pPr algn="just">
              <a:lnSpc>
                <a:spcPct val="150000"/>
              </a:lnSpc>
              <a:spcBef>
                <a:spcPct val="20000"/>
              </a:spcBef>
            </a:pPr>
            <a:r>
              <a:rPr lang="en-US" sz="1800" b="1" dirty="0">
                <a:solidFill>
                  <a:srgbClr val="000000"/>
                </a:solidFill>
                <a:latin typeface="Arial"/>
                <a:cs typeface="Arial"/>
              </a:rPr>
              <a:t>Allow Core(CPU) </a:t>
            </a:r>
            <a:r>
              <a:rPr lang="en-US" sz="1800" dirty="0">
                <a:solidFill>
                  <a:srgbClr val="000000"/>
                </a:solidFill>
                <a:latin typeface="Arial"/>
                <a:cs typeface="Arial"/>
              </a:rPr>
              <a:t>able to be a</a:t>
            </a:r>
            <a:r>
              <a:rPr lang="en-US" sz="1800" b="1" dirty="0">
                <a:solidFill>
                  <a:srgbClr val="000000"/>
                </a:solidFill>
                <a:latin typeface="Arial"/>
                <a:cs typeface="Arial"/>
              </a:rPr>
              <a:t>ccess to the registers</a:t>
            </a:r>
            <a:r>
              <a:rPr lang="en-US" sz="1800" dirty="0">
                <a:solidFill>
                  <a:srgbClr val="000000"/>
                </a:solidFill>
                <a:latin typeface="Arial"/>
                <a:cs typeface="Arial"/>
              </a:rPr>
              <a:t> of GPIO.</a:t>
            </a:r>
          </a:p>
          <a:p>
            <a:pPr marL="0" indent="0" algn="just">
              <a:lnSpc>
                <a:spcPct val="150000"/>
              </a:lnSpc>
              <a:spcBef>
                <a:spcPct val="20000"/>
              </a:spcBef>
              <a:buNone/>
            </a:pPr>
            <a:endParaRPr lang="en-US" sz="1800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5B2D7D-0B3F-DBAC-9CF6-1E681E45F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DAB0F-01A5-4AB0-84E3-BA9DDAF20443}" type="slidenum">
              <a:rPr lang="en-US" smtClean="0"/>
              <a:t>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861258-7ED0-08C0-90EE-8148850DBE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09e-BM/DT/FSOFT - @FPT SOFTWARE - FPT Software Academy - Internal Use</a:t>
            </a:r>
          </a:p>
        </p:txBody>
      </p:sp>
    </p:spTree>
    <p:extLst>
      <p:ext uri="{BB962C8B-B14F-4D97-AF65-F5344CB8AC3E}">
        <p14:creationId xmlns:p14="http://schemas.microsoft.com/office/powerpoint/2010/main" val="7068253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73B99-14DD-E011-0194-6BF5F32E7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Arial"/>
                <a:cs typeface="Arial"/>
              </a:rPr>
              <a:t>Role of clock with GPIO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33E785-248B-14D7-5041-76BE47EED2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5496" y="1561433"/>
            <a:ext cx="4725267" cy="2445625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lnSpc>
                <a:spcPct val="150000"/>
              </a:lnSpc>
              <a:spcBef>
                <a:spcPct val="20000"/>
              </a:spcBef>
            </a:pPr>
            <a:r>
              <a:rPr lang="en-US" sz="1800" dirty="0">
                <a:solidFill>
                  <a:srgbClr val="000000"/>
                </a:solidFill>
                <a:latin typeface="Arial"/>
                <a:cs typeface="Arial"/>
              </a:rPr>
              <a:t>It is considered as the </a:t>
            </a:r>
            <a:r>
              <a:rPr lang="en-US" sz="1800" b="1" dirty="0">
                <a:solidFill>
                  <a:srgbClr val="000000"/>
                </a:solidFill>
                <a:latin typeface="Arial"/>
                <a:cs typeface="Arial"/>
              </a:rPr>
              <a:t>common reference point </a:t>
            </a:r>
            <a:r>
              <a:rPr lang="en-US" sz="1800" dirty="0">
                <a:solidFill>
                  <a:srgbClr val="000000"/>
                </a:solidFill>
                <a:latin typeface="Arial"/>
                <a:cs typeface="Arial"/>
              </a:rPr>
              <a:t>to </a:t>
            </a:r>
            <a:r>
              <a:rPr lang="en-US" sz="1800" b="1" dirty="0">
                <a:solidFill>
                  <a:srgbClr val="000000"/>
                </a:solidFill>
                <a:latin typeface="Arial"/>
                <a:cs typeface="Arial"/>
              </a:rPr>
              <a:t>measure voltage </a:t>
            </a:r>
            <a:r>
              <a:rPr lang="en-US" sz="1800" dirty="0">
                <a:solidFill>
                  <a:srgbClr val="000000"/>
                </a:solidFill>
                <a:latin typeface="Arial"/>
                <a:cs typeface="Arial"/>
              </a:rPr>
              <a:t>against any point of the circuit and is considered to </a:t>
            </a:r>
            <a:r>
              <a:rPr lang="en-US" sz="1800" b="1" dirty="0">
                <a:solidFill>
                  <a:srgbClr val="000000"/>
                </a:solidFill>
                <a:latin typeface="Arial"/>
                <a:cs typeface="Arial"/>
              </a:rPr>
              <a:t>have zero voltage.</a:t>
            </a:r>
          </a:p>
          <a:p>
            <a:pPr algn="just">
              <a:lnSpc>
                <a:spcPct val="150000"/>
              </a:lnSpc>
              <a:spcBef>
                <a:spcPct val="20000"/>
              </a:spcBef>
            </a:pPr>
            <a:r>
              <a:rPr lang="en-US" sz="1800" b="1" dirty="0">
                <a:solidFill>
                  <a:srgbClr val="000000"/>
                </a:solidFill>
                <a:latin typeface="Arial"/>
                <a:cs typeface="Arial"/>
              </a:rPr>
              <a:t>Electrical components </a:t>
            </a:r>
            <a:r>
              <a:rPr lang="en-US" sz="1800" dirty="0">
                <a:solidFill>
                  <a:srgbClr val="000000"/>
                </a:solidFill>
                <a:latin typeface="Arial"/>
                <a:cs typeface="Arial"/>
              </a:rPr>
              <a:t>must </a:t>
            </a:r>
            <a:r>
              <a:rPr lang="en-US" sz="1800" b="1" dirty="0">
                <a:solidFill>
                  <a:srgbClr val="000000"/>
                </a:solidFill>
                <a:latin typeface="Arial"/>
                <a:cs typeface="Arial"/>
              </a:rPr>
              <a:t>connect to in one way or another </a:t>
            </a:r>
            <a:r>
              <a:rPr lang="en-US" sz="1800" dirty="0">
                <a:solidFill>
                  <a:srgbClr val="000000"/>
                </a:solidFill>
                <a:latin typeface="Arial"/>
                <a:cs typeface="Arial"/>
              </a:rPr>
              <a:t>in order to </a:t>
            </a:r>
            <a:r>
              <a:rPr lang="en-US" sz="1800" b="1" dirty="0">
                <a:solidFill>
                  <a:srgbClr val="000000"/>
                </a:solidFill>
                <a:latin typeface="Arial"/>
                <a:cs typeface="Arial"/>
              </a:rPr>
              <a:t>complete the circuit.</a:t>
            </a:r>
          </a:p>
          <a:p>
            <a:pPr algn="just">
              <a:lnSpc>
                <a:spcPct val="150000"/>
              </a:lnSpc>
              <a:spcBef>
                <a:spcPct val="20000"/>
              </a:spcBef>
            </a:pPr>
            <a:endParaRPr lang="en-US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5B2D7D-0B3F-DBAC-9CF6-1E681E45F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DAB0F-01A5-4AB0-84E3-BA9DDAF20443}" type="slidenum">
              <a:rPr lang="en-US" smtClean="0"/>
              <a:t>10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861258-7ED0-08C0-90EE-8148850DBE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09e-BM/DT/FSOFT - @FPT SOFTWARE - FPT Software Academy - Internal Use</a:t>
            </a:r>
          </a:p>
        </p:txBody>
      </p:sp>
      <p:pic>
        <p:nvPicPr>
          <p:cNvPr id="6" name="Picture 5" descr="A diagram of a circuit board&#10;&#10;Description automatically generated">
            <a:extLst>
              <a:ext uri="{FF2B5EF4-FFF2-40B4-BE49-F238E27FC236}">
                <a16:creationId xmlns:a16="http://schemas.microsoft.com/office/drawing/2014/main" id="{E0FC736A-84B4-CE6B-5B12-9B1F0755A8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4543" y="1638345"/>
            <a:ext cx="4949257" cy="2445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055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73B99-14DD-E011-0194-6BF5F32E7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Arial"/>
                <a:cs typeface="Arial"/>
              </a:rPr>
              <a:t>Example 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33E785-248B-14D7-5041-76BE47EED2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5496" y="1361007"/>
            <a:ext cx="10617450" cy="453833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spcBef>
                <a:spcPct val="20000"/>
              </a:spcBef>
            </a:pPr>
            <a:r>
              <a:rPr lang="en-US" sz="1800" dirty="0">
                <a:solidFill>
                  <a:srgbClr val="000000"/>
                </a:solidFill>
                <a:latin typeface="Arial"/>
                <a:cs typeface="Arial"/>
              </a:rPr>
              <a:t>Example demo </a:t>
            </a:r>
            <a:r>
              <a:rPr lang="en-US" sz="1800" b="1" dirty="0">
                <a:solidFill>
                  <a:srgbClr val="000000"/>
                </a:solidFill>
                <a:latin typeface="Arial"/>
                <a:cs typeface="Arial"/>
              </a:rPr>
              <a:t>that toggles the led D5 </a:t>
            </a:r>
            <a:r>
              <a:rPr lang="en-US" sz="1800" dirty="0">
                <a:solidFill>
                  <a:srgbClr val="000000"/>
                </a:solidFill>
                <a:latin typeface="Arial"/>
                <a:cs typeface="Arial"/>
              </a:rPr>
              <a:t>when pressing </a:t>
            </a:r>
            <a:r>
              <a:rPr lang="en-US" sz="1800" b="1" dirty="0">
                <a:solidFill>
                  <a:srgbClr val="000000"/>
                </a:solidFill>
                <a:latin typeface="Arial"/>
                <a:cs typeface="Arial"/>
              </a:rPr>
              <a:t>the button SW1 </a:t>
            </a:r>
            <a:r>
              <a:rPr lang="en-US" sz="1800" dirty="0">
                <a:solidFill>
                  <a:srgbClr val="000000"/>
                </a:solidFill>
                <a:latin typeface="Arial"/>
                <a:cs typeface="Arial"/>
              </a:rPr>
              <a:t>on </a:t>
            </a:r>
            <a:r>
              <a:rPr lang="en-US" sz="1800" b="1" dirty="0">
                <a:solidFill>
                  <a:srgbClr val="000000"/>
                </a:solidFill>
                <a:latin typeface="Arial"/>
                <a:cs typeface="Arial"/>
              </a:rPr>
              <a:t>FRDM-16Z board</a:t>
            </a:r>
            <a:r>
              <a:rPr lang="en-US" sz="1800" dirty="0">
                <a:solidFill>
                  <a:srgbClr val="000000"/>
                </a:solidFill>
                <a:latin typeface="Arial"/>
                <a:cs typeface="Arial"/>
              </a:rPr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5B2D7D-0B3F-DBAC-9CF6-1E681E45F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DAB0F-01A5-4AB0-84E3-BA9DDAF20443}" type="slidenum">
              <a:rPr lang="en-US" smtClean="0"/>
              <a:t>11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861258-7ED0-08C0-90EE-8148850DBE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09e-BM/DT/FSOFT - @FPT SOFTWARE - FPT Software Academy - Internal Use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B2B7944-0450-7960-8173-BBAC544DE555}"/>
              </a:ext>
            </a:extLst>
          </p:cNvPr>
          <p:cNvSpPr/>
          <p:nvPr/>
        </p:nvSpPr>
        <p:spPr>
          <a:xfrm>
            <a:off x="1304135" y="2718570"/>
            <a:ext cx="1937028" cy="160612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ea typeface="Roboto Condensed"/>
                <a:cs typeface="Roboto Condensed"/>
              </a:rPr>
              <a:t>Button SW3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1FC47D9-39E2-E690-0209-27E90CEF2162}"/>
              </a:ext>
            </a:extLst>
          </p:cNvPr>
          <p:cNvSpPr/>
          <p:nvPr/>
        </p:nvSpPr>
        <p:spPr>
          <a:xfrm>
            <a:off x="4583045" y="2724343"/>
            <a:ext cx="2017843" cy="159457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ea typeface="Roboto Condensed"/>
                <a:cs typeface="Roboto Condensed"/>
              </a:rPr>
              <a:t>MKE16Z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17D7FFF-D159-16A9-2968-D206756B9000}"/>
              </a:ext>
            </a:extLst>
          </p:cNvPr>
          <p:cNvSpPr/>
          <p:nvPr/>
        </p:nvSpPr>
        <p:spPr>
          <a:xfrm>
            <a:off x="8404589" y="2718572"/>
            <a:ext cx="2104435" cy="160035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ea typeface="Roboto Condensed"/>
                <a:cs typeface="Roboto Condensed"/>
              </a:rPr>
              <a:t>Led Red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3825FFC-A911-9941-219C-441B98112C44}"/>
              </a:ext>
            </a:extLst>
          </p:cNvPr>
          <p:cNvCxnSpPr/>
          <p:nvPr/>
        </p:nvCxnSpPr>
        <p:spPr>
          <a:xfrm flipV="1">
            <a:off x="6614844" y="3478917"/>
            <a:ext cx="1791853" cy="150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149BBB6-57DE-19A0-162C-107D48D4691F}"/>
              </a:ext>
            </a:extLst>
          </p:cNvPr>
          <p:cNvSpPr txBox="1"/>
          <p:nvPr/>
        </p:nvSpPr>
        <p:spPr>
          <a:xfrm>
            <a:off x="6839528" y="3116315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ea typeface="Roboto Condensed"/>
                <a:cs typeface="Roboto Condensed"/>
              </a:rPr>
              <a:t>Pin PTB5</a:t>
            </a:r>
            <a:endParaRPr lang="en-US" b="1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546E669-B53A-82AF-B038-25A4B3FFDD8F}"/>
              </a:ext>
            </a:extLst>
          </p:cNvPr>
          <p:cNvCxnSpPr>
            <a:cxnSpLocks/>
          </p:cNvCxnSpPr>
          <p:nvPr/>
        </p:nvCxnSpPr>
        <p:spPr>
          <a:xfrm>
            <a:off x="3237799" y="3482379"/>
            <a:ext cx="1364672" cy="138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D5DD48E-C9B5-928A-2E3F-D392635B1155}"/>
              </a:ext>
            </a:extLst>
          </p:cNvPr>
          <p:cNvSpPr txBox="1"/>
          <p:nvPr/>
        </p:nvSpPr>
        <p:spPr>
          <a:xfrm>
            <a:off x="3352800" y="3081679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ea typeface="Roboto Condensed"/>
                <a:cs typeface="Roboto Condensed"/>
              </a:rPr>
              <a:t>Pin PTD2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5760969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73B99-14DD-E011-0194-6BF5F32E7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Arial"/>
                <a:cs typeface="Arial"/>
              </a:rPr>
              <a:t>Assignment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5B2D7D-0B3F-DBAC-9CF6-1E681E45F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DAB0F-01A5-4AB0-84E3-BA9DDAF20443}" type="slidenum">
              <a:rPr lang="en-US" smtClean="0"/>
              <a:t>12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861258-7ED0-08C0-90EE-8148850DBE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09e-BM/DT/FSOFT - @FPT SOFTWARE - FPT Software Academy - Internal Use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203FC08-31E3-8702-6104-17D931C75CF1}"/>
              </a:ext>
            </a:extLst>
          </p:cNvPr>
          <p:cNvGrpSpPr/>
          <p:nvPr/>
        </p:nvGrpSpPr>
        <p:grpSpPr>
          <a:xfrm>
            <a:off x="556034" y="1162227"/>
            <a:ext cx="10656047" cy="1375874"/>
            <a:chOff x="556034" y="1162227"/>
            <a:chExt cx="10656047" cy="144424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DF7C1A9-E7EF-3B49-312A-5343802F940D}"/>
                </a:ext>
              </a:extLst>
            </p:cNvPr>
            <p:cNvSpPr/>
            <p:nvPr/>
          </p:nvSpPr>
          <p:spPr>
            <a:xfrm>
              <a:off x="957128" y="1401510"/>
              <a:ext cx="10254953" cy="1204957"/>
            </a:xfrm>
            <a:prstGeom prst="rect">
              <a:avLst/>
            </a:prstGeom>
            <a:noFill/>
            <a:ln w="19050">
              <a:solidFill>
                <a:srgbClr val="3963A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8E0C1B0E-34B1-8AC3-14DC-96CA8EF788F4}"/>
                </a:ext>
              </a:extLst>
            </p:cNvPr>
            <p:cNvSpPr/>
            <p:nvPr/>
          </p:nvSpPr>
          <p:spPr>
            <a:xfrm>
              <a:off x="556034" y="1162227"/>
              <a:ext cx="1776968" cy="514314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4E7F4B89-5B00-BD8B-07EA-EFAFB4120A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2768" y="1229027"/>
            <a:ext cx="1503502" cy="41333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spcBef>
                <a:spcPct val="20000"/>
              </a:spcBef>
              <a:buNone/>
            </a:pPr>
            <a:r>
              <a:rPr lang="en-US" sz="1800" b="1" dirty="0">
                <a:solidFill>
                  <a:srgbClr val="000000"/>
                </a:solidFill>
                <a:latin typeface="Arial"/>
                <a:cs typeface="Arial"/>
              </a:rPr>
              <a:t>Exercise 1: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5A7E28F5-5BB3-36C8-15BB-5794B502C73A}"/>
              </a:ext>
            </a:extLst>
          </p:cNvPr>
          <p:cNvSpPr txBox="1">
            <a:spLocks/>
          </p:cNvSpPr>
          <p:nvPr/>
        </p:nvSpPr>
        <p:spPr>
          <a:xfrm>
            <a:off x="1498506" y="1799999"/>
            <a:ext cx="9194988" cy="4801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ü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20000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Arial"/>
                <a:cs typeface="Arial"/>
              </a:rPr>
              <a:t>Initialize data struct types for PORTA using memory map from mkl16 reference manual.</a:t>
            </a:r>
          </a:p>
          <a:p>
            <a:pPr marL="0" indent="0">
              <a:spcBef>
                <a:spcPct val="20000"/>
              </a:spcBef>
              <a:buNone/>
            </a:pPr>
            <a:br>
              <a:rPr lang="en-US" sz="1800" dirty="0">
                <a:latin typeface="Arial"/>
                <a:cs typeface="Arial"/>
              </a:rPr>
            </a:br>
            <a:endParaRPr lang="en-US" sz="1800" dirty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spcBef>
                <a:spcPct val="20000"/>
              </a:spcBef>
            </a:pPr>
            <a:endParaRPr lang="en-US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53F48FD-0D33-99A4-FDB5-C5EC679224E5}"/>
              </a:ext>
            </a:extLst>
          </p:cNvPr>
          <p:cNvGrpSpPr/>
          <p:nvPr/>
        </p:nvGrpSpPr>
        <p:grpSpPr>
          <a:xfrm>
            <a:off x="556034" y="2838930"/>
            <a:ext cx="10656047" cy="1375874"/>
            <a:chOff x="556034" y="1162227"/>
            <a:chExt cx="10656047" cy="144424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301ED7F-B912-A814-9EB3-0A6B107D0BB2}"/>
                </a:ext>
              </a:extLst>
            </p:cNvPr>
            <p:cNvSpPr/>
            <p:nvPr/>
          </p:nvSpPr>
          <p:spPr>
            <a:xfrm>
              <a:off x="957128" y="1401510"/>
              <a:ext cx="10254953" cy="1204957"/>
            </a:xfrm>
            <a:prstGeom prst="rect">
              <a:avLst/>
            </a:prstGeom>
            <a:noFill/>
            <a:ln w="19050">
              <a:solidFill>
                <a:srgbClr val="3963A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864340B9-A7E6-30D6-5FEF-104E4FE233DC}"/>
                </a:ext>
              </a:extLst>
            </p:cNvPr>
            <p:cNvSpPr/>
            <p:nvPr/>
          </p:nvSpPr>
          <p:spPr>
            <a:xfrm>
              <a:off x="556034" y="1162227"/>
              <a:ext cx="1776968" cy="514314"/>
            </a:xfrm>
            <a:prstGeom prst="round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2A3651EC-3ADE-8E20-6444-2782F3C5563B}"/>
              </a:ext>
            </a:extLst>
          </p:cNvPr>
          <p:cNvSpPr txBox="1">
            <a:spLocks/>
          </p:cNvSpPr>
          <p:nvPr/>
        </p:nvSpPr>
        <p:spPr>
          <a:xfrm>
            <a:off x="692768" y="2905730"/>
            <a:ext cx="1503502" cy="4133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ü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sz="1800" b="1" dirty="0">
                <a:solidFill>
                  <a:srgbClr val="000000"/>
                </a:solidFill>
                <a:latin typeface="Arial"/>
                <a:cs typeface="Arial"/>
              </a:rPr>
              <a:t>Exercise 2: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815568DC-6518-50EA-67EF-E6295B659D5F}"/>
              </a:ext>
            </a:extLst>
          </p:cNvPr>
          <p:cNvSpPr txBox="1">
            <a:spLocks/>
          </p:cNvSpPr>
          <p:nvPr/>
        </p:nvSpPr>
        <p:spPr>
          <a:xfrm>
            <a:off x="1498506" y="3476702"/>
            <a:ext cx="4509187" cy="4801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ü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20000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Arial"/>
                <a:cs typeface="Arial"/>
              </a:rPr>
              <a:t>Set the bit field of a register of PORT A.</a:t>
            </a:r>
            <a:br>
              <a:rPr lang="en-US" sz="1800" dirty="0">
                <a:latin typeface="Arial"/>
                <a:cs typeface="Arial"/>
              </a:rPr>
            </a:br>
            <a:endParaRPr lang="en-US" sz="1800" dirty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spcBef>
                <a:spcPct val="20000"/>
              </a:spcBef>
            </a:pPr>
            <a:endParaRPr lang="en-US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04B356E-34DF-E139-2994-73004960242F}"/>
              </a:ext>
            </a:extLst>
          </p:cNvPr>
          <p:cNvGrpSpPr/>
          <p:nvPr/>
        </p:nvGrpSpPr>
        <p:grpSpPr>
          <a:xfrm>
            <a:off x="556034" y="4501310"/>
            <a:ext cx="10656047" cy="1375874"/>
            <a:chOff x="556034" y="1162227"/>
            <a:chExt cx="10656047" cy="144424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6073DED-D98B-4C75-A5A6-8710E6134097}"/>
                </a:ext>
              </a:extLst>
            </p:cNvPr>
            <p:cNvSpPr/>
            <p:nvPr/>
          </p:nvSpPr>
          <p:spPr>
            <a:xfrm>
              <a:off x="957128" y="1401510"/>
              <a:ext cx="10254953" cy="1204957"/>
            </a:xfrm>
            <a:prstGeom prst="rect">
              <a:avLst/>
            </a:prstGeom>
            <a:noFill/>
            <a:ln w="19050">
              <a:solidFill>
                <a:srgbClr val="3963A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287CE168-A16D-C95A-599F-080F7CA54E8C}"/>
                </a:ext>
              </a:extLst>
            </p:cNvPr>
            <p:cNvSpPr/>
            <p:nvPr/>
          </p:nvSpPr>
          <p:spPr>
            <a:xfrm>
              <a:off x="556034" y="1162227"/>
              <a:ext cx="1776968" cy="514314"/>
            </a:xfrm>
            <a:prstGeom prst="roundRect">
              <a:avLst/>
            </a:prstGeom>
            <a:solidFill>
              <a:srgbClr val="76BE4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00B11068-C82E-EC5F-DE4E-4ACC6368EB2F}"/>
              </a:ext>
            </a:extLst>
          </p:cNvPr>
          <p:cNvSpPr txBox="1">
            <a:spLocks/>
          </p:cNvSpPr>
          <p:nvPr/>
        </p:nvSpPr>
        <p:spPr>
          <a:xfrm>
            <a:off x="692768" y="4568110"/>
            <a:ext cx="1503502" cy="4133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ü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sz="1800" b="1" dirty="0">
                <a:solidFill>
                  <a:srgbClr val="000000"/>
                </a:solidFill>
                <a:latin typeface="Arial"/>
                <a:cs typeface="Arial"/>
              </a:rPr>
              <a:t>Exercise 3: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F67E2031-3B7C-80B6-B873-8F69AC7D21A7}"/>
              </a:ext>
            </a:extLst>
          </p:cNvPr>
          <p:cNvSpPr txBox="1">
            <a:spLocks/>
          </p:cNvSpPr>
          <p:nvPr/>
        </p:nvSpPr>
        <p:spPr>
          <a:xfrm>
            <a:off x="1498506" y="5139082"/>
            <a:ext cx="9194988" cy="4801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ü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20000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Arial"/>
                <a:cs typeface="Arial"/>
              </a:rPr>
              <a:t>Get bit field of a register of PORTA.</a:t>
            </a:r>
            <a:br>
              <a:rPr lang="en-US" sz="1800" dirty="0">
                <a:latin typeface="Arial"/>
                <a:cs typeface="Arial"/>
              </a:rPr>
            </a:br>
            <a:endParaRPr lang="en-US" sz="1800" dirty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spcBef>
                <a:spcPct val="20000"/>
              </a:spcBef>
            </a:pPr>
            <a:endParaRPr lang="en-US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048040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73B99-14DD-E011-0194-6BF5F32E7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Arial"/>
                <a:cs typeface="Arial"/>
              </a:rPr>
              <a:t>Homework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5B2D7D-0B3F-DBAC-9CF6-1E681E45F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DAB0F-01A5-4AB0-84E3-BA9DDAF20443}" type="slidenum">
              <a:rPr lang="en-US" smtClean="0"/>
              <a:t>13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861258-7ED0-08C0-90EE-8148850DBE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09e-BM/DT/FSOFT - @FPT SOFTWARE - FPT Software Academy - Internal Use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E9CA89-C227-4FFE-A1AA-ECFE1F7289C9}"/>
              </a:ext>
            </a:extLst>
          </p:cNvPr>
          <p:cNvSpPr/>
          <p:nvPr/>
        </p:nvSpPr>
        <p:spPr>
          <a:xfrm>
            <a:off x="1014446" y="2064444"/>
            <a:ext cx="10240365" cy="1986263"/>
          </a:xfrm>
          <a:prstGeom prst="rect">
            <a:avLst/>
          </a:prstGeom>
          <a:noFill/>
          <a:ln w="19050">
            <a:solidFill>
              <a:srgbClr val="3963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C9DF622-4EB7-6067-2E8F-61D5C2CCE3F6}"/>
              </a:ext>
            </a:extLst>
          </p:cNvPr>
          <p:cNvSpPr/>
          <p:nvPr/>
        </p:nvSpPr>
        <p:spPr>
          <a:xfrm>
            <a:off x="590218" y="1793823"/>
            <a:ext cx="1503502" cy="489968"/>
          </a:xfrm>
          <a:prstGeom prst="roundRect">
            <a:avLst/>
          </a:prstGeom>
          <a:solidFill>
            <a:srgbClr val="76BE4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569C9FC-BC5E-A973-1EFE-6D09444DDC5C}"/>
              </a:ext>
            </a:extLst>
          </p:cNvPr>
          <p:cNvSpPr txBox="1">
            <a:spLocks/>
          </p:cNvSpPr>
          <p:nvPr/>
        </p:nvSpPr>
        <p:spPr>
          <a:xfrm>
            <a:off x="726952" y="1860623"/>
            <a:ext cx="1503502" cy="4133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ü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sz="1800" b="1" dirty="0">
                <a:solidFill>
                  <a:srgbClr val="000000"/>
                </a:solidFill>
                <a:latin typeface="Arial"/>
                <a:cs typeface="Arial"/>
              </a:rPr>
              <a:t>Exercise: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33E785-248B-14D7-5041-76BE47EED2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4409" y="2497180"/>
            <a:ext cx="10060402" cy="130951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spcBef>
                <a:spcPct val="20000"/>
              </a:spcBef>
              <a:buNone/>
            </a:pPr>
            <a:r>
              <a:rPr lang="en-US" sz="1600" b="1" dirty="0">
                <a:solidFill>
                  <a:srgbClr val="000000"/>
                </a:solidFill>
                <a:latin typeface="Arial"/>
                <a:cs typeface="Arial"/>
              </a:rPr>
              <a:t>Initialize data struct types for GPIO, PORT and PCC modules </a:t>
            </a:r>
            <a:r>
              <a:rPr lang="en-US" sz="1600" i="1" dirty="0">
                <a:solidFill>
                  <a:srgbClr val="000000"/>
                </a:solidFill>
                <a:latin typeface="Arial"/>
                <a:cs typeface="Arial"/>
              </a:rPr>
              <a:t>(each register is corresponding one field in data struct type)</a:t>
            </a:r>
          </a:p>
          <a:p>
            <a:pPr>
              <a:spcBef>
                <a:spcPct val="20000"/>
              </a:spcBef>
            </a:pPr>
            <a:r>
              <a:rPr lang="en-US" sz="1600" dirty="0">
                <a:solidFill>
                  <a:srgbClr val="000000"/>
                </a:solidFill>
                <a:latin typeface="Arial"/>
                <a:cs typeface="Arial"/>
              </a:rPr>
              <a:t>Pass address for each pointer of the data struct types( reference the address in MKL16 reference manual).</a:t>
            </a:r>
          </a:p>
          <a:p>
            <a:pPr>
              <a:spcBef>
                <a:spcPct val="20000"/>
              </a:spcBef>
            </a:pPr>
            <a:r>
              <a:rPr lang="en-US" sz="1600" dirty="0">
                <a:solidFill>
                  <a:srgbClr val="000000"/>
                </a:solidFill>
                <a:latin typeface="Arial"/>
                <a:cs typeface="Arial"/>
              </a:rPr>
              <a:t>Use the defined struct types to configure turn on the B5 led</a:t>
            </a:r>
          </a:p>
          <a:p>
            <a:pPr>
              <a:spcBef>
                <a:spcPct val="20000"/>
              </a:spcBef>
            </a:pPr>
            <a:endParaRPr lang="en-US" sz="160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527753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CA194FB-EA5A-4C5E-89D4-46FBEFA20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8832"/>
            <a:ext cx="10515600" cy="1273911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sz="6000">
                <a:latin typeface="Arial"/>
                <a:cs typeface="Arial"/>
              </a:rPr>
              <a:t>Types of GPIO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6D104B9-AFA2-4DC5-B0DC-1C9BE72003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algn="just"/>
            <a:r>
              <a:rPr lang="en-US" altLang="en-US" i="1">
                <a:latin typeface="Arial"/>
                <a:cs typeface="Arial"/>
              </a:rPr>
              <a:t>S</a:t>
            </a:r>
            <a:r>
              <a:rPr lang="en-US" altLang="en-US" sz="2400" i="1">
                <a:latin typeface="Arial"/>
                <a:cs typeface="Arial"/>
              </a:rPr>
              <a:t>ection </a:t>
            </a:r>
            <a:r>
              <a:rPr lang="en-US" altLang="en-US" i="1">
                <a:latin typeface="Arial"/>
                <a:cs typeface="Arial"/>
              </a:rPr>
              <a:t>2</a:t>
            </a:r>
            <a:endParaRPr lang="en-US" altLang="en-US" sz="2400" i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F25227-877E-4E94-881F-58C373EBA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DAB0F-01A5-4AB0-84E3-BA9DDAF20443}" type="slidenum">
              <a:rPr lang="en-US" smtClean="0"/>
              <a:t>14</a:t>
            </a:fld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5EA9581-2598-4BE9-9AAB-958B1230E9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09e-BM/DT/FSOFT - @FPT SOFTWARE - FPT Software Academy - Internal Use</a:t>
            </a:r>
          </a:p>
        </p:txBody>
      </p:sp>
    </p:spTree>
    <p:extLst>
      <p:ext uri="{BB962C8B-B14F-4D97-AF65-F5344CB8AC3E}">
        <p14:creationId xmlns:p14="http://schemas.microsoft.com/office/powerpoint/2010/main" val="2594719170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73B99-14DD-E011-0194-6BF5F32E7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Arial"/>
                <a:cs typeface="Arial"/>
              </a:rPr>
              <a:t>GPIO output push-pull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33E785-248B-14D7-5041-76BE47EED2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3349" y="1239000"/>
            <a:ext cx="5164343" cy="3023378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lnSpc>
                <a:spcPct val="150000"/>
              </a:lnSpc>
              <a:spcBef>
                <a:spcPct val="20000"/>
              </a:spcBef>
            </a:pPr>
            <a:r>
              <a:rPr lang="en-US" sz="1800" b="1" u="sng" dirty="0">
                <a:solidFill>
                  <a:srgbClr val="000000"/>
                </a:solidFill>
                <a:latin typeface="Arial"/>
                <a:cs typeface="Arial"/>
              </a:rPr>
              <a:t>Push-Pull Mode:</a:t>
            </a:r>
            <a:r>
              <a:rPr lang="en-US" sz="1800" b="1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sz="1800" dirty="0">
                <a:solidFill>
                  <a:srgbClr val="000000"/>
                </a:solidFill>
                <a:latin typeface="Arial"/>
                <a:cs typeface="Arial"/>
              </a:rPr>
              <a:t>A “0” in the Output register activates the N-MOS while a “1” in the Output register activates the P-MOS</a:t>
            </a:r>
            <a:r>
              <a:rPr lang="vi-VN" sz="1800" dirty="0">
                <a:solidFill>
                  <a:srgbClr val="000000"/>
                </a:solidFill>
                <a:latin typeface="Arial"/>
                <a:cs typeface="Arial"/>
              </a:rPr>
              <a:t>.</a:t>
            </a:r>
            <a:endParaRPr lang="en-US" sz="1800" dirty="0">
              <a:solidFill>
                <a:srgbClr val="000000"/>
              </a:solidFill>
              <a:latin typeface="Arial"/>
              <a:cs typeface="Arial"/>
            </a:endParaRPr>
          </a:p>
          <a:p>
            <a:pPr algn="just">
              <a:lnSpc>
                <a:spcPct val="150000"/>
              </a:lnSpc>
              <a:spcBef>
                <a:spcPct val="20000"/>
              </a:spcBef>
            </a:pPr>
            <a:endParaRPr lang="en-US" sz="1600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5B2D7D-0B3F-DBAC-9CF6-1E681E45F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DAB0F-01A5-4AB0-84E3-BA9DDAF20443}" type="slidenum">
              <a:rPr lang="en-US" smtClean="0"/>
              <a:t>15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861258-7ED0-08C0-90EE-8148850DBE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09e-BM/DT/FSOFT - @FPT SOFTWARE - FPT Software Academy - Internal Use</a:t>
            </a:r>
          </a:p>
        </p:txBody>
      </p:sp>
      <p:pic>
        <p:nvPicPr>
          <p:cNvPr id="7" name="Picture 6" descr="A diagram of a circuit&#10;&#10;Description automatically generated">
            <a:extLst>
              <a:ext uri="{FF2B5EF4-FFF2-40B4-BE49-F238E27FC236}">
                <a16:creationId xmlns:a16="http://schemas.microsoft.com/office/drawing/2014/main" id="{C7FC0EF4-A5CC-08F3-E841-FF3F4DDCF7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8690" y="1237836"/>
            <a:ext cx="3891583" cy="4382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5149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73B99-14DD-E011-0194-6BF5F32E7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Arial"/>
                <a:cs typeface="Arial"/>
              </a:rPr>
              <a:t>GPIO output open-drain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33E785-248B-14D7-5041-76BE47EED2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2890" y="1365852"/>
            <a:ext cx="5033109" cy="2322623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lnSpc>
                <a:spcPct val="150000"/>
              </a:lnSpc>
              <a:spcBef>
                <a:spcPct val="20000"/>
              </a:spcBef>
            </a:pPr>
            <a:r>
              <a:rPr lang="en-US" sz="1800" b="1" u="sng" dirty="0">
                <a:solidFill>
                  <a:srgbClr val="000000"/>
                </a:solidFill>
                <a:latin typeface="Arial"/>
                <a:cs typeface="Arial"/>
              </a:rPr>
              <a:t>Open Drain Mode:</a:t>
            </a:r>
            <a:r>
              <a:rPr lang="vi-VN" sz="1800" b="1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sz="1800" dirty="0">
                <a:solidFill>
                  <a:srgbClr val="000000"/>
                </a:solidFill>
                <a:latin typeface="Arial"/>
                <a:cs typeface="Arial"/>
              </a:rPr>
              <a:t>A “0” in the Output register activates the N-MOS while a “1” in the Output register leaves the port in Hi-Z (the P-MOS is never activated)</a:t>
            </a:r>
            <a:r>
              <a:rPr lang="vi-VN" sz="1800" dirty="0">
                <a:solidFill>
                  <a:srgbClr val="000000"/>
                </a:solidFill>
                <a:latin typeface="Arial"/>
                <a:cs typeface="Arial"/>
              </a:rPr>
              <a:t>.</a:t>
            </a:r>
            <a:endParaRPr lang="en-US" sz="1800" dirty="0">
              <a:solidFill>
                <a:srgbClr val="000000"/>
              </a:solidFill>
              <a:latin typeface="Arial"/>
              <a:cs typeface="Arial"/>
            </a:endParaRPr>
          </a:p>
          <a:p>
            <a:pPr algn="just">
              <a:lnSpc>
                <a:spcPct val="150000"/>
              </a:lnSpc>
              <a:spcBef>
                <a:spcPct val="20000"/>
              </a:spcBef>
            </a:pPr>
            <a:endParaRPr lang="en-US" sz="3200" dirty="0">
              <a:solidFill>
                <a:srgbClr val="000000"/>
              </a:solidFill>
              <a:latin typeface="Arial"/>
              <a:cs typeface="Arial"/>
            </a:endParaRPr>
          </a:p>
          <a:p>
            <a:pPr algn="just">
              <a:lnSpc>
                <a:spcPct val="150000"/>
              </a:lnSpc>
              <a:spcBef>
                <a:spcPct val="20000"/>
              </a:spcBef>
            </a:pPr>
            <a:endParaRPr lang="en-US" sz="1800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5B2D7D-0B3F-DBAC-9CF6-1E681E45F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DAB0F-01A5-4AB0-84E3-BA9DDAF20443}" type="slidenum">
              <a:rPr lang="en-US" smtClean="0"/>
              <a:t>16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861258-7ED0-08C0-90EE-8148850DBE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09e-BM/DT/FSOFT - @FPT SOFTWARE - FPT Software Academy - Internal Use</a:t>
            </a:r>
          </a:p>
        </p:txBody>
      </p:sp>
      <p:pic>
        <p:nvPicPr>
          <p:cNvPr id="6" name="Picture 5" descr="A diagram of a circuit&#10;&#10;Description automatically generated">
            <a:extLst>
              <a:ext uri="{FF2B5EF4-FFF2-40B4-BE49-F238E27FC236}">
                <a16:creationId xmlns:a16="http://schemas.microsoft.com/office/drawing/2014/main" id="{7515C4CB-8179-266B-C41C-6FFB51CCC8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3546" y="1365852"/>
            <a:ext cx="3222734" cy="4126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7560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73B99-14DD-E011-0194-6BF5F32E7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Arial"/>
                <a:cs typeface="Arial"/>
              </a:rPr>
              <a:t>Shift operator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33E785-248B-14D7-5041-76BE47EED2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9737" y="1027329"/>
            <a:ext cx="5272145" cy="590468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spcBef>
                <a:spcPct val="20000"/>
              </a:spcBef>
            </a:pPr>
            <a:r>
              <a:rPr lang="en-US" sz="2200" b="1" dirty="0">
                <a:solidFill>
                  <a:srgbClr val="000000"/>
                </a:solidFill>
                <a:latin typeface="Arial"/>
                <a:cs typeface="Arial"/>
              </a:rPr>
              <a:t>Left shift operator(“&lt;&lt;“):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5B2D7D-0B3F-DBAC-9CF6-1E681E45F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DAB0F-01A5-4AB0-84E3-BA9DDAF20443}" type="slidenum">
              <a:rPr lang="en-US" smtClean="0"/>
              <a:t>17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861258-7ED0-08C0-90EE-8148850DBE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09e-BM/DT/FSOFT - @FPT SOFTWARE - FPT Software Academy - Internal Use</a:t>
            </a:r>
          </a:p>
        </p:txBody>
      </p:sp>
      <p:pic>
        <p:nvPicPr>
          <p:cNvPr id="7" name="Picture 6" descr="A white background with black and green text&#10;&#10;Description automatically generated">
            <a:extLst>
              <a:ext uri="{FF2B5EF4-FFF2-40B4-BE49-F238E27FC236}">
                <a16:creationId xmlns:a16="http://schemas.microsoft.com/office/drawing/2014/main" id="{5D660E3F-1021-0143-E5F7-7017147E5D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2397" y="1027329"/>
            <a:ext cx="4284806" cy="1982643"/>
          </a:xfrm>
          <a:prstGeom prst="rect">
            <a:avLst/>
          </a:prstGeom>
        </p:spPr>
      </p:pic>
      <p:pic>
        <p:nvPicPr>
          <p:cNvPr id="8" name="Picture 7" descr="A white background with black and green text&#10;&#10;Description automatically generated">
            <a:extLst>
              <a:ext uri="{FF2B5EF4-FFF2-40B4-BE49-F238E27FC236}">
                <a16:creationId xmlns:a16="http://schemas.microsoft.com/office/drawing/2014/main" id="{4C1575E4-3B41-FDF6-9BDB-2B0448680C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0516" y="3441960"/>
            <a:ext cx="4280188" cy="2340552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01A4B9B-F5AD-533F-15ED-17BFFAB0DC87}"/>
              </a:ext>
            </a:extLst>
          </p:cNvPr>
          <p:cNvSpPr txBox="1">
            <a:spLocks/>
          </p:cNvSpPr>
          <p:nvPr/>
        </p:nvSpPr>
        <p:spPr>
          <a:xfrm>
            <a:off x="712048" y="3441960"/>
            <a:ext cx="5018143" cy="59046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ü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20000"/>
              </a:spcBef>
            </a:pPr>
            <a:r>
              <a:rPr lang="en-US" sz="2200" b="1" dirty="0">
                <a:solidFill>
                  <a:srgbClr val="000000"/>
                </a:solidFill>
                <a:latin typeface="Arial"/>
                <a:cs typeface="Arial"/>
              </a:rPr>
              <a:t>Right shift operator(“&gt;&gt;“): </a:t>
            </a:r>
            <a:br>
              <a:rPr lang="en-US" sz="2200" dirty="0">
                <a:solidFill>
                  <a:srgbClr val="000000"/>
                </a:solidFill>
                <a:latin typeface="Arial"/>
                <a:cs typeface="Arial"/>
              </a:rPr>
            </a:br>
            <a:r>
              <a:rPr lang="en-US" sz="2200" dirty="0">
                <a:solidFill>
                  <a:srgbClr val="000000"/>
                </a:solidFill>
                <a:latin typeface="Arial"/>
                <a:cs typeface="Arial"/>
              </a:rPr>
              <a:t> </a:t>
            </a:r>
          </a:p>
          <a:p>
            <a:pPr>
              <a:spcBef>
                <a:spcPct val="20000"/>
              </a:spcBef>
            </a:pPr>
            <a:endParaRPr lang="en-US" sz="220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927980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73B99-14DD-E011-0194-6BF5F32E7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Arial"/>
                <a:cs typeface="Arial"/>
              </a:rPr>
              <a:t>Bitwise operator</a:t>
            </a:r>
            <a:endParaRPr lang="en-US">
              <a:latin typeface="Arial"/>
              <a:cs typeface="Arial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33E785-248B-14D7-5041-76BE47EED2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97600" y="1001691"/>
            <a:ext cx="2939320" cy="946750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en-US" sz="1800" b="1" dirty="0">
                <a:solidFill>
                  <a:srgbClr val="000000"/>
                </a:solidFill>
                <a:latin typeface="Arial"/>
                <a:cs typeface="Arial"/>
              </a:rPr>
              <a:t>Bitwise OR: “|”</a:t>
            </a:r>
          </a:p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en-US" sz="1800" b="1" dirty="0">
                <a:solidFill>
                  <a:srgbClr val="000000"/>
                </a:solidFill>
                <a:latin typeface="Arial"/>
                <a:cs typeface="Arial"/>
              </a:rPr>
              <a:t>Bitwise AND: “&amp;”</a:t>
            </a:r>
          </a:p>
          <a:p>
            <a:pPr>
              <a:lnSpc>
                <a:spcPct val="150000"/>
              </a:lnSpc>
              <a:spcBef>
                <a:spcPct val="20000"/>
              </a:spcBef>
            </a:pPr>
            <a:endParaRPr lang="en-US" sz="1800" b="1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5B2D7D-0B3F-DBAC-9CF6-1E681E45F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DAB0F-01A5-4AB0-84E3-BA9DDAF20443}" type="slidenum">
              <a:rPr lang="en-US" smtClean="0"/>
              <a:t>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861258-7ED0-08C0-90EE-8148850DBE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09e-BM/DT/FSOFT - @FPT SOFTWARE - FPT Software Academy - Internal Use</a:t>
            </a:r>
          </a:p>
        </p:txBody>
      </p:sp>
      <p:pic>
        <p:nvPicPr>
          <p:cNvPr id="6" name="Picture 5" descr="A table with numbers and symbols&#10;&#10;Description automatically generated">
            <a:extLst>
              <a:ext uri="{FF2B5EF4-FFF2-40B4-BE49-F238E27FC236}">
                <a16:creationId xmlns:a16="http://schemas.microsoft.com/office/drawing/2014/main" id="{F7FE1ADA-6FD8-F6C4-20A6-C75284D5B2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4312" y="2401261"/>
            <a:ext cx="8601902" cy="2775916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19C4C4E-E219-FF14-FEA1-8EB007CFFE02}"/>
              </a:ext>
            </a:extLst>
          </p:cNvPr>
          <p:cNvSpPr txBox="1">
            <a:spLocks/>
          </p:cNvSpPr>
          <p:nvPr/>
        </p:nvSpPr>
        <p:spPr>
          <a:xfrm>
            <a:off x="6674704" y="993145"/>
            <a:ext cx="2939320" cy="116626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ü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en-US" sz="1800" b="1" dirty="0">
                <a:solidFill>
                  <a:srgbClr val="000000"/>
                </a:solidFill>
                <a:latin typeface="Arial"/>
                <a:cs typeface="Arial"/>
              </a:rPr>
              <a:t>Bitwise NOT: “~”</a:t>
            </a:r>
          </a:p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en-US" sz="1800" b="1" dirty="0">
                <a:solidFill>
                  <a:srgbClr val="000000"/>
                </a:solidFill>
                <a:latin typeface="Arial"/>
                <a:cs typeface="Arial"/>
              </a:rPr>
              <a:t>XOR: “^”</a:t>
            </a:r>
            <a:endParaRPr lang="en-US" sz="1800" b="1" dirty="0"/>
          </a:p>
          <a:p>
            <a:pPr>
              <a:lnSpc>
                <a:spcPct val="150000"/>
              </a:lnSpc>
              <a:spcBef>
                <a:spcPct val="20000"/>
              </a:spcBef>
            </a:pPr>
            <a:endParaRPr lang="en-US" sz="1800" b="1" dirty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lnSpc>
                <a:spcPct val="150000"/>
              </a:lnSpc>
              <a:spcBef>
                <a:spcPct val="20000"/>
              </a:spcBef>
            </a:pPr>
            <a:endParaRPr lang="en-US" sz="1800" b="1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52974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73B99-14DD-E011-0194-6BF5F32E7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Arial"/>
                <a:cs typeface="Arial"/>
              </a:rPr>
              <a:t>Port Control Register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33E785-248B-14D7-5041-76BE47EED2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9737" y="1078604"/>
            <a:ext cx="5272145" cy="2170281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spcBef>
                <a:spcPct val="20000"/>
              </a:spcBef>
            </a:pPr>
            <a:r>
              <a:rPr lang="en-US" sz="2000" dirty="0">
                <a:solidFill>
                  <a:srgbClr val="000000"/>
                </a:solidFill>
                <a:latin typeface="Arial"/>
                <a:cs typeface="Arial"/>
              </a:rPr>
              <a:t>Configure pin </a:t>
            </a:r>
            <a:r>
              <a:rPr lang="en-US" sz="2000" b="1" dirty="0">
                <a:solidFill>
                  <a:srgbClr val="000000"/>
                </a:solidFill>
                <a:latin typeface="Arial"/>
                <a:cs typeface="Arial"/>
              </a:rPr>
              <a:t>PTC29</a:t>
            </a:r>
            <a:r>
              <a:rPr lang="en-US" sz="2000" dirty="0">
                <a:solidFill>
                  <a:srgbClr val="000000"/>
                </a:solidFill>
                <a:latin typeface="Arial"/>
                <a:cs typeface="Arial"/>
              </a:rPr>
              <a:t> as GPIO:</a:t>
            </a:r>
            <a:br>
              <a:rPr lang="en-US" sz="1800" dirty="0">
                <a:latin typeface="Arial"/>
                <a:cs typeface="Arial"/>
              </a:rPr>
            </a:br>
            <a:endParaRPr lang="en-US" sz="1800" dirty="0">
              <a:solidFill>
                <a:srgbClr val="000000"/>
              </a:solidFill>
              <a:latin typeface="Arial"/>
              <a:cs typeface="Arial"/>
            </a:endParaRPr>
          </a:p>
          <a:p>
            <a:pPr marL="0" indent="0">
              <a:spcBef>
                <a:spcPct val="2000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Arial"/>
                <a:cs typeface="Arial"/>
              </a:rPr>
              <a:t> </a:t>
            </a:r>
            <a:r>
              <a:rPr lang="en-US" sz="1600" dirty="0">
                <a:solidFill>
                  <a:srgbClr val="92D050"/>
                </a:solidFill>
                <a:latin typeface="Arial"/>
                <a:cs typeface="Arial"/>
              </a:rPr>
              <a:t> /* Clear 3 bits staring from offset 8 to 10*/</a:t>
            </a:r>
            <a:endParaRPr lang="en-US" sz="1600" dirty="0">
              <a:solidFill>
                <a:srgbClr val="000000"/>
              </a:solidFill>
              <a:latin typeface="Arial"/>
              <a:cs typeface="Arial"/>
            </a:endParaRPr>
          </a:p>
          <a:p>
            <a:pPr marL="0" indent="0">
              <a:spcBef>
                <a:spcPct val="2000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Arial"/>
                <a:cs typeface="Arial"/>
              </a:rPr>
              <a:t>    PORTE-&gt;PCR[29] &amp;=(~(0x7 &lt;&lt;8));</a:t>
            </a:r>
          </a:p>
          <a:p>
            <a:pPr marL="0" indent="0">
              <a:spcBef>
                <a:spcPct val="20000"/>
              </a:spcBef>
              <a:buNone/>
            </a:pPr>
            <a:endParaRPr lang="en-US" sz="1600" dirty="0">
              <a:solidFill>
                <a:srgbClr val="000000"/>
              </a:solidFill>
              <a:latin typeface="Arial"/>
              <a:cs typeface="Arial"/>
            </a:endParaRPr>
          </a:p>
          <a:p>
            <a:pPr marL="0" indent="0">
              <a:spcBef>
                <a:spcPct val="2000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Arial"/>
                <a:cs typeface="Arial"/>
              </a:rPr>
              <a:t>   </a:t>
            </a:r>
            <a:r>
              <a:rPr lang="en-US" sz="1600" dirty="0">
                <a:solidFill>
                  <a:srgbClr val="92D050"/>
                </a:solidFill>
                <a:latin typeface="Arial"/>
                <a:cs typeface="Arial"/>
              </a:rPr>
              <a:t> /* Set MUX bits to 0b001= GPIO*/</a:t>
            </a:r>
            <a:endParaRPr lang="en-US" sz="1600" dirty="0">
              <a:solidFill>
                <a:srgbClr val="000000"/>
              </a:solidFill>
              <a:latin typeface="Arial"/>
              <a:cs typeface="Arial"/>
            </a:endParaRPr>
          </a:p>
          <a:p>
            <a:pPr marL="0" indent="0">
              <a:spcBef>
                <a:spcPct val="2000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Arial"/>
                <a:cs typeface="Arial"/>
              </a:rPr>
              <a:t>    PORTD-&gt;PCR[29] |= (1&lt;&lt;8);</a:t>
            </a:r>
            <a:endParaRPr lang="en-US" sz="1600" dirty="0"/>
          </a:p>
          <a:p>
            <a:pPr>
              <a:spcBef>
                <a:spcPct val="20000"/>
              </a:spcBef>
            </a:pPr>
            <a:endParaRPr lang="en-US" sz="2800" dirty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spcBef>
                <a:spcPct val="20000"/>
              </a:spcBef>
            </a:pPr>
            <a:endParaRPr lang="en-US" sz="1600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5B2D7D-0B3F-DBAC-9CF6-1E681E45F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DAB0F-01A5-4AB0-84E3-BA9DDAF20443}" type="slidenum">
              <a:rPr lang="en-US" smtClean="0"/>
              <a:t>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861258-7ED0-08C0-90EE-8148850DBE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09e-BM/DT/FSOFT - @FPT SOFTWARE - FPT Software Academy - Internal Use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0154CA8-0E53-89CC-8A34-5344F4A367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7137" y="991014"/>
            <a:ext cx="5717898" cy="2225122"/>
          </a:xfrm>
          <a:prstGeom prst="rect">
            <a:avLst/>
          </a:prstGeom>
        </p:spPr>
      </p:pic>
      <p:pic>
        <p:nvPicPr>
          <p:cNvPr id="8" name="Picture 7" descr="A screenshot of a computer&#10;&#10;Description automatically generated">
            <a:extLst>
              <a:ext uri="{FF2B5EF4-FFF2-40B4-BE49-F238E27FC236}">
                <a16:creationId xmlns:a16="http://schemas.microsoft.com/office/drawing/2014/main" id="{6F8E4F55-000A-8FB2-2B3C-375F4E4D7F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2305" y="3694574"/>
            <a:ext cx="6568936" cy="215318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62F13B0-721D-6BCE-446F-FF07CA3CBC36}"/>
              </a:ext>
            </a:extLst>
          </p:cNvPr>
          <p:cNvSpPr/>
          <p:nvPr/>
        </p:nvSpPr>
        <p:spPr>
          <a:xfrm>
            <a:off x="812289" y="1580972"/>
            <a:ext cx="4089040" cy="1914258"/>
          </a:xfrm>
          <a:prstGeom prst="rect">
            <a:avLst/>
          </a:prstGeom>
          <a:noFill/>
          <a:ln w="19050">
            <a:solidFill>
              <a:srgbClr val="3963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5193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73B99-14DD-E011-0194-6BF5F32E7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Arial"/>
                <a:cs typeface="Arial"/>
              </a:rPr>
              <a:t>Port Data Direction Register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33E785-248B-14D7-5041-76BE47EED2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224" y="1284693"/>
            <a:ext cx="5272145" cy="1979800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spcBef>
                <a:spcPct val="20000"/>
              </a:spcBef>
            </a:pPr>
            <a:r>
              <a:rPr lang="en-US" sz="2000" dirty="0">
                <a:solidFill>
                  <a:srgbClr val="000000"/>
                </a:solidFill>
                <a:latin typeface="Arial"/>
                <a:cs typeface="Arial"/>
              </a:rPr>
              <a:t>Configure pin </a:t>
            </a:r>
            <a:r>
              <a:rPr lang="en-US" sz="2000" b="1" dirty="0">
                <a:solidFill>
                  <a:srgbClr val="00B050"/>
                </a:solidFill>
                <a:latin typeface="Arial"/>
                <a:cs typeface="Arial"/>
              </a:rPr>
              <a:t>PTE</a:t>
            </a:r>
            <a:r>
              <a:rPr lang="en-US" sz="2000" b="1" dirty="0">
                <a:solidFill>
                  <a:srgbClr val="000000"/>
                </a:solidFill>
                <a:latin typeface="Arial"/>
                <a:cs typeface="Arial"/>
              </a:rPr>
              <a:t>29</a:t>
            </a:r>
            <a:r>
              <a:rPr lang="en-US" sz="2000" dirty="0">
                <a:solidFill>
                  <a:srgbClr val="000000"/>
                </a:solidFill>
                <a:latin typeface="Arial"/>
                <a:cs typeface="Arial"/>
              </a:rPr>
              <a:t> output push pull:</a:t>
            </a:r>
            <a:br>
              <a:rPr lang="en-US" sz="1800" dirty="0">
                <a:latin typeface="Arial"/>
                <a:cs typeface="Arial"/>
              </a:rPr>
            </a:br>
            <a:br>
              <a:rPr lang="en-US" sz="1800" dirty="0">
                <a:latin typeface="Arial"/>
                <a:cs typeface="Arial"/>
              </a:rPr>
            </a:br>
            <a:r>
              <a:rPr lang="en-US" sz="1600" dirty="0">
                <a:solidFill>
                  <a:srgbClr val="000000"/>
                </a:solidFill>
                <a:latin typeface="Arial"/>
                <a:cs typeface="Arial"/>
              </a:rPr>
              <a:t>/* Configure PTE29 as output */</a:t>
            </a:r>
          </a:p>
          <a:p>
            <a:pPr marL="0" indent="0">
              <a:spcBef>
                <a:spcPct val="2000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Arial"/>
                <a:cs typeface="Arial"/>
              </a:rPr>
              <a:t>        GPIO</a:t>
            </a:r>
            <a:r>
              <a:rPr lang="en-US" sz="1600" b="1" dirty="0">
                <a:solidFill>
                  <a:srgbClr val="00B050"/>
                </a:solidFill>
                <a:latin typeface="Arial"/>
                <a:cs typeface="Arial"/>
              </a:rPr>
              <a:t>E</a:t>
            </a:r>
            <a:r>
              <a:rPr lang="en-US" sz="1600" dirty="0">
                <a:solidFill>
                  <a:srgbClr val="000000"/>
                </a:solidFill>
                <a:latin typeface="Arial"/>
                <a:cs typeface="Arial"/>
              </a:rPr>
              <a:t>-&gt;PDDR |= (1 &lt;&lt; </a:t>
            </a:r>
            <a:r>
              <a:rPr lang="en-US" sz="1600" b="1" dirty="0">
                <a:solidFill>
                  <a:srgbClr val="000000"/>
                </a:solidFill>
                <a:latin typeface="Arial"/>
                <a:cs typeface="Arial"/>
              </a:rPr>
              <a:t>29</a:t>
            </a:r>
            <a:r>
              <a:rPr lang="en-US" sz="1600" dirty="0">
                <a:solidFill>
                  <a:srgbClr val="000000"/>
                </a:solidFill>
                <a:latin typeface="Arial"/>
                <a:cs typeface="Arial"/>
              </a:rPr>
              <a:t>);</a:t>
            </a:r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5B2D7D-0B3F-DBAC-9CF6-1E681E45F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DAB0F-01A5-4AB0-84E3-BA9DDAF20443}" type="slidenum">
              <a:rPr lang="en-US" smtClean="0"/>
              <a:t>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861258-7ED0-08C0-90EE-8148850DBE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09e-BM/DT/FSOFT - @FPT SOFTWARE - FPT Software Academy - Internal Use</a:t>
            </a:r>
          </a:p>
        </p:txBody>
      </p:sp>
      <p:pic>
        <p:nvPicPr>
          <p:cNvPr id="6" name="Picture 5" descr="A close-up of a document&#10;&#10;Description automatically generated">
            <a:extLst>
              <a:ext uri="{FF2B5EF4-FFF2-40B4-BE49-F238E27FC236}">
                <a16:creationId xmlns:a16="http://schemas.microsoft.com/office/drawing/2014/main" id="{C04D8FF9-4C43-68D4-2EB3-18BC008D6B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1459" y="2308537"/>
            <a:ext cx="6807062" cy="347579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2D95FB3-07A2-39A5-13CC-543D62C801CE}"/>
              </a:ext>
            </a:extLst>
          </p:cNvPr>
          <p:cNvSpPr/>
          <p:nvPr/>
        </p:nvSpPr>
        <p:spPr>
          <a:xfrm>
            <a:off x="804118" y="1776366"/>
            <a:ext cx="3383322" cy="881376"/>
          </a:xfrm>
          <a:prstGeom prst="rect">
            <a:avLst/>
          </a:prstGeom>
          <a:noFill/>
          <a:ln w="19050">
            <a:solidFill>
              <a:srgbClr val="3963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1568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73B99-14DD-E011-0194-6BF5F32E7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Arial"/>
                <a:cs typeface="Arial"/>
              </a:rPr>
              <a:t>Port Data Output Register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33E785-248B-14D7-5041-76BE47EED2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224" y="1284693"/>
            <a:ext cx="5272145" cy="2073804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spcBef>
                <a:spcPct val="20000"/>
              </a:spcBef>
            </a:pPr>
            <a:r>
              <a:rPr lang="en-US" sz="2000" dirty="0">
                <a:solidFill>
                  <a:srgbClr val="000000"/>
                </a:solidFill>
                <a:latin typeface="Arial"/>
                <a:cs typeface="Arial"/>
              </a:rPr>
              <a:t>Configure pin </a:t>
            </a:r>
            <a:r>
              <a:rPr lang="en-US" sz="2000" b="1" dirty="0">
                <a:solidFill>
                  <a:srgbClr val="00B050"/>
                </a:solidFill>
                <a:latin typeface="Arial"/>
                <a:cs typeface="Arial"/>
              </a:rPr>
              <a:t>PTE</a:t>
            </a:r>
            <a:r>
              <a:rPr lang="en-US" sz="2000" b="1" dirty="0">
                <a:solidFill>
                  <a:srgbClr val="000000"/>
                </a:solidFill>
                <a:latin typeface="Arial"/>
                <a:cs typeface="Arial"/>
              </a:rPr>
              <a:t>29 </a:t>
            </a:r>
            <a:r>
              <a:rPr lang="en-US" sz="2000" dirty="0">
                <a:solidFill>
                  <a:srgbClr val="000000"/>
                </a:solidFill>
                <a:latin typeface="Arial"/>
                <a:cs typeface="Arial"/>
              </a:rPr>
              <a:t>to logic “1”:</a:t>
            </a:r>
            <a:br>
              <a:rPr lang="en-US" sz="2000" dirty="0">
                <a:latin typeface="Arial"/>
                <a:cs typeface="Arial"/>
              </a:rPr>
            </a:br>
            <a:br>
              <a:rPr lang="en-US" sz="2000" dirty="0">
                <a:latin typeface="Arial"/>
                <a:cs typeface="Arial"/>
              </a:rPr>
            </a:br>
            <a:r>
              <a:rPr lang="en-US" sz="1600" dirty="0">
                <a:solidFill>
                  <a:srgbClr val="000000"/>
                </a:solidFill>
                <a:latin typeface="Arial"/>
                <a:cs typeface="Arial"/>
              </a:rPr>
              <a:t>/* Configure PTE29 to logic “1”*/</a:t>
            </a:r>
          </a:p>
          <a:p>
            <a:pPr marL="0" indent="0">
              <a:spcBef>
                <a:spcPct val="2000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Arial"/>
                <a:cs typeface="Arial"/>
              </a:rPr>
              <a:t>        GPIO</a:t>
            </a:r>
            <a:r>
              <a:rPr lang="en-US" sz="1600" b="1" dirty="0">
                <a:solidFill>
                  <a:srgbClr val="00B050"/>
                </a:solidFill>
                <a:latin typeface="Arial"/>
                <a:cs typeface="Arial"/>
              </a:rPr>
              <a:t>E</a:t>
            </a:r>
            <a:r>
              <a:rPr lang="en-US" sz="1600" dirty="0">
                <a:solidFill>
                  <a:srgbClr val="000000"/>
                </a:solidFill>
                <a:latin typeface="Arial"/>
                <a:cs typeface="Arial"/>
              </a:rPr>
              <a:t>-&gt;PDOR |= (1 &lt;&lt; </a:t>
            </a:r>
            <a:r>
              <a:rPr lang="en-US" sz="1600" b="1" dirty="0">
                <a:solidFill>
                  <a:srgbClr val="000000"/>
                </a:solidFill>
                <a:latin typeface="Arial"/>
                <a:cs typeface="Arial"/>
              </a:rPr>
              <a:t>29</a:t>
            </a:r>
            <a:r>
              <a:rPr lang="en-US" sz="1600" dirty="0">
                <a:solidFill>
                  <a:srgbClr val="000000"/>
                </a:solidFill>
                <a:latin typeface="Arial"/>
                <a:cs typeface="Arial"/>
              </a:rPr>
              <a:t>);</a:t>
            </a:r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5B2D7D-0B3F-DBAC-9CF6-1E681E45F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DAB0F-01A5-4AB0-84E3-BA9DDAF20443}" type="slidenum">
              <a:rPr lang="en-US" smtClean="0"/>
              <a:t>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861258-7ED0-08C0-90EE-8148850DBE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09e-BM/DT/FSOFT - @FPT SOFTWARE - FPT Software Academy - Internal Use</a:t>
            </a:r>
          </a:p>
        </p:txBody>
      </p:sp>
      <p:pic>
        <p:nvPicPr>
          <p:cNvPr id="7" name="Picture 6" descr="A close-up of a document&#10;&#10;Description automatically generated">
            <a:extLst>
              <a:ext uri="{FF2B5EF4-FFF2-40B4-BE49-F238E27FC236}">
                <a16:creationId xmlns:a16="http://schemas.microsoft.com/office/drawing/2014/main" id="{42423FDB-AF4A-680F-2FE8-EAA8CAA583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5535" y="3011797"/>
            <a:ext cx="7138265" cy="276167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0CBBF22-AB0F-96C6-928E-BE198E95400F}"/>
              </a:ext>
            </a:extLst>
          </p:cNvPr>
          <p:cNvSpPr/>
          <p:nvPr/>
        </p:nvSpPr>
        <p:spPr>
          <a:xfrm>
            <a:off x="804117" y="1776366"/>
            <a:ext cx="3349139" cy="941197"/>
          </a:xfrm>
          <a:prstGeom prst="rect">
            <a:avLst/>
          </a:prstGeom>
          <a:noFill/>
          <a:ln w="19050">
            <a:solidFill>
              <a:srgbClr val="3963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5659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73B99-14DD-E011-0194-6BF5F32E7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Arial"/>
                <a:cs typeface="Arial"/>
              </a:rPr>
              <a:t>Port Set Output Register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33E785-248B-14D7-5041-76BE47EED2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224" y="1284693"/>
            <a:ext cx="5272145" cy="590468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spcBef>
                <a:spcPct val="20000"/>
              </a:spcBef>
            </a:pPr>
            <a:r>
              <a:rPr lang="en-US" sz="2000" dirty="0">
                <a:solidFill>
                  <a:srgbClr val="000000"/>
                </a:solidFill>
                <a:latin typeface="Arial"/>
                <a:cs typeface="Arial"/>
              </a:rPr>
              <a:t>Configure pin </a:t>
            </a:r>
            <a:r>
              <a:rPr lang="en-US" sz="2000" b="1" dirty="0">
                <a:solidFill>
                  <a:srgbClr val="00B050"/>
                </a:solidFill>
                <a:latin typeface="Arial"/>
                <a:cs typeface="Arial"/>
              </a:rPr>
              <a:t>PTE</a:t>
            </a:r>
            <a:r>
              <a:rPr lang="en-US" sz="2000" b="1" dirty="0">
                <a:solidFill>
                  <a:srgbClr val="000000"/>
                </a:solidFill>
                <a:latin typeface="Arial"/>
                <a:cs typeface="Arial"/>
              </a:rPr>
              <a:t>29</a:t>
            </a:r>
            <a:r>
              <a:rPr lang="en-US" sz="2000" dirty="0">
                <a:solidFill>
                  <a:srgbClr val="000000"/>
                </a:solidFill>
                <a:latin typeface="Arial"/>
                <a:cs typeface="Arial"/>
              </a:rPr>
              <a:t> to logic “1”:</a:t>
            </a:r>
            <a:br>
              <a:rPr lang="en-US" sz="2000" dirty="0">
                <a:latin typeface="Arial"/>
                <a:cs typeface="Arial"/>
              </a:rPr>
            </a:br>
            <a:br>
              <a:rPr lang="en-US" sz="2000" dirty="0">
                <a:latin typeface="Arial"/>
                <a:cs typeface="Arial"/>
              </a:rPr>
            </a:br>
            <a:r>
              <a:rPr lang="en-US" sz="1600" dirty="0">
                <a:solidFill>
                  <a:srgbClr val="000000"/>
                </a:solidFill>
                <a:latin typeface="Arial"/>
                <a:cs typeface="Arial"/>
              </a:rPr>
              <a:t>/* Configure PTE29 to logic “1”*/</a:t>
            </a:r>
          </a:p>
          <a:p>
            <a:pPr marL="0" indent="0">
              <a:spcBef>
                <a:spcPct val="20000"/>
              </a:spcBef>
              <a:buNone/>
            </a:pPr>
            <a:r>
              <a:rPr lang="vi-VN" sz="16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sz="1600" dirty="0">
                <a:solidFill>
                  <a:srgbClr val="000000"/>
                </a:solidFill>
                <a:latin typeface="Arial"/>
                <a:cs typeface="Arial"/>
              </a:rPr>
              <a:t>        GPIO</a:t>
            </a:r>
            <a:r>
              <a:rPr lang="en-US" sz="1600" b="1" dirty="0">
                <a:solidFill>
                  <a:srgbClr val="00B050"/>
                </a:solidFill>
                <a:latin typeface="Arial"/>
                <a:cs typeface="Arial"/>
              </a:rPr>
              <a:t>E</a:t>
            </a:r>
            <a:r>
              <a:rPr lang="en-US" sz="1600" dirty="0">
                <a:solidFill>
                  <a:srgbClr val="000000"/>
                </a:solidFill>
                <a:latin typeface="Arial"/>
                <a:cs typeface="Arial"/>
              </a:rPr>
              <a:t>-&gt;PSOR |= (1 &lt;&lt; </a:t>
            </a:r>
            <a:r>
              <a:rPr lang="en-US" sz="1600" b="1" dirty="0">
                <a:solidFill>
                  <a:srgbClr val="000000"/>
                </a:solidFill>
                <a:latin typeface="Arial"/>
                <a:cs typeface="Arial"/>
              </a:rPr>
              <a:t>29</a:t>
            </a:r>
            <a:r>
              <a:rPr lang="en-US" sz="1600" dirty="0">
                <a:solidFill>
                  <a:srgbClr val="000000"/>
                </a:solidFill>
                <a:latin typeface="Arial"/>
                <a:cs typeface="Arial"/>
              </a:rPr>
              <a:t>);</a:t>
            </a:r>
          </a:p>
          <a:p>
            <a:pPr>
              <a:spcBef>
                <a:spcPct val="20000"/>
              </a:spcBef>
            </a:pP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5B2D7D-0B3F-DBAC-9CF6-1E681E45F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DAB0F-01A5-4AB0-84E3-BA9DDAF20443}" type="slidenum">
              <a:rPr lang="en-US" smtClean="0"/>
              <a:t>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861258-7ED0-08C0-90EE-8148850DBE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09e-BM/DT/FSOFT - @FPT SOFTWARE - FPT Software Academy - Internal Use</a:t>
            </a:r>
          </a:p>
        </p:txBody>
      </p:sp>
      <p:pic>
        <p:nvPicPr>
          <p:cNvPr id="6" name="Picture 5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E2FB7129-E37F-3BB9-FBA8-CCB2748A39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6454" y="3119215"/>
            <a:ext cx="8384353" cy="282684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BE26C35-B3B2-2BB7-927F-FBEA1608081F}"/>
              </a:ext>
            </a:extLst>
          </p:cNvPr>
          <p:cNvSpPr/>
          <p:nvPr/>
        </p:nvSpPr>
        <p:spPr>
          <a:xfrm>
            <a:off x="804117" y="1776366"/>
            <a:ext cx="3340593" cy="907013"/>
          </a:xfrm>
          <a:prstGeom prst="rect">
            <a:avLst/>
          </a:prstGeom>
          <a:noFill/>
          <a:ln w="19050">
            <a:solidFill>
              <a:srgbClr val="3963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5478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73B99-14DD-E011-0194-6BF5F32E7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Arial"/>
                <a:cs typeface="Arial"/>
              </a:rPr>
              <a:t>Port Clear Output Register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33E785-248B-14D7-5041-76BE47EED2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224" y="1156504"/>
            <a:ext cx="5272145" cy="2065258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spcBef>
                <a:spcPct val="20000"/>
              </a:spcBef>
            </a:pPr>
            <a:r>
              <a:rPr lang="en-US" sz="2000" dirty="0">
                <a:solidFill>
                  <a:srgbClr val="000000"/>
                </a:solidFill>
                <a:latin typeface="Arial"/>
                <a:cs typeface="Arial"/>
              </a:rPr>
              <a:t>Configure pin </a:t>
            </a:r>
            <a:r>
              <a:rPr lang="en-US" sz="2000" b="1" dirty="0">
                <a:solidFill>
                  <a:srgbClr val="00B050"/>
                </a:solidFill>
                <a:latin typeface="Arial"/>
                <a:cs typeface="Arial"/>
              </a:rPr>
              <a:t>PTE</a:t>
            </a:r>
            <a:r>
              <a:rPr lang="en-US" sz="2000" b="1" dirty="0">
                <a:solidFill>
                  <a:srgbClr val="000000"/>
                </a:solidFill>
                <a:latin typeface="Arial"/>
                <a:cs typeface="Arial"/>
              </a:rPr>
              <a:t>29</a:t>
            </a:r>
            <a:r>
              <a:rPr lang="en-US" sz="2000" dirty="0">
                <a:solidFill>
                  <a:srgbClr val="000000"/>
                </a:solidFill>
                <a:latin typeface="Arial"/>
                <a:cs typeface="Arial"/>
              </a:rPr>
              <a:t> to logic “0”:</a:t>
            </a:r>
            <a:br>
              <a:rPr lang="en-US" sz="2000" dirty="0">
                <a:latin typeface="Arial"/>
                <a:cs typeface="Arial"/>
              </a:rPr>
            </a:br>
            <a:br>
              <a:rPr lang="en-US" sz="2000" dirty="0">
                <a:latin typeface="Arial"/>
                <a:cs typeface="Arial"/>
              </a:rPr>
            </a:br>
            <a:r>
              <a:rPr lang="en-US" sz="1600" dirty="0">
                <a:solidFill>
                  <a:srgbClr val="000000"/>
                </a:solidFill>
                <a:latin typeface="Arial"/>
                <a:cs typeface="Arial"/>
              </a:rPr>
              <a:t>/* Configure PTE29 to </a:t>
            </a:r>
            <a:r>
              <a:rPr lang="en-US" sz="1600" dirty="0">
                <a:solidFill>
                  <a:srgbClr val="92D050"/>
                </a:solidFill>
                <a:latin typeface="Arial"/>
                <a:cs typeface="Arial"/>
              </a:rPr>
              <a:t>logic “”*/</a:t>
            </a:r>
            <a:endParaRPr lang="en-US" sz="1600" dirty="0">
              <a:solidFill>
                <a:srgbClr val="000000"/>
              </a:solidFill>
              <a:latin typeface="Arial"/>
              <a:cs typeface="Arial"/>
            </a:endParaRPr>
          </a:p>
          <a:p>
            <a:pPr marL="0" indent="0">
              <a:spcBef>
                <a:spcPct val="2000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Arial"/>
                <a:cs typeface="Arial"/>
              </a:rPr>
              <a:t>        GPIO</a:t>
            </a:r>
            <a:r>
              <a:rPr lang="en-US" sz="1600" b="1" dirty="0">
                <a:solidFill>
                  <a:srgbClr val="00B050"/>
                </a:solidFill>
                <a:latin typeface="Arial"/>
                <a:cs typeface="Arial"/>
              </a:rPr>
              <a:t>E</a:t>
            </a:r>
            <a:r>
              <a:rPr lang="en-US" sz="1600" dirty="0">
                <a:solidFill>
                  <a:srgbClr val="000000"/>
                </a:solidFill>
                <a:latin typeface="Arial"/>
                <a:cs typeface="Arial"/>
              </a:rPr>
              <a:t>-&gt;PCOR |= (1 &lt;&lt; </a:t>
            </a:r>
            <a:r>
              <a:rPr lang="en-US" sz="1600" b="1" dirty="0">
                <a:solidFill>
                  <a:srgbClr val="000000"/>
                </a:solidFill>
                <a:latin typeface="Arial"/>
                <a:cs typeface="Arial"/>
              </a:rPr>
              <a:t>29</a:t>
            </a:r>
            <a:r>
              <a:rPr lang="en-US" sz="1600" dirty="0">
                <a:solidFill>
                  <a:srgbClr val="000000"/>
                </a:solidFill>
                <a:latin typeface="Arial"/>
                <a:cs typeface="Arial"/>
              </a:rPr>
              <a:t>);</a:t>
            </a:r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5B2D7D-0B3F-DBAC-9CF6-1E681E45F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DAB0F-01A5-4AB0-84E3-BA9DDAF20443}" type="slidenum">
              <a:rPr lang="en-US" smtClean="0"/>
              <a:t>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861258-7ED0-08C0-90EE-8148850DBE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09e-BM/DT/FSOFT - @FPT SOFTWARE - FPT Software Academy - Internal Use</a:t>
            </a:r>
          </a:p>
        </p:txBody>
      </p:sp>
      <p:pic>
        <p:nvPicPr>
          <p:cNvPr id="8" name="Picture 7" descr="A screenshot of a computer&#10;&#10;Description automatically generated">
            <a:extLst>
              <a:ext uri="{FF2B5EF4-FFF2-40B4-BE49-F238E27FC236}">
                <a16:creationId xmlns:a16="http://schemas.microsoft.com/office/drawing/2014/main" id="{788FA654-E9CA-6D1C-2311-58380CE526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4711" y="2754175"/>
            <a:ext cx="7164456" cy="325796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E27DDC6-F862-D581-AFB6-52EA615A42AC}"/>
              </a:ext>
            </a:extLst>
          </p:cNvPr>
          <p:cNvSpPr/>
          <p:nvPr/>
        </p:nvSpPr>
        <p:spPr>
          <a:xfrm>
            <a:off x="804118" y="1716544"/>
            <a:ext cx="3246590" cy="804465"/>
          </a:xfrm>
          <a:prstGeom prst="rect">
            <a:avLst/>
          </a:prstGeom>
          <a:noFill/>
          <a:ln w="19050">
            <a:solidFill>
              <a:srgbClr val="3963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3782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73B99-14DD-E011-0194-6BF5F32E7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Arial"/>
                <a:cs typeface="Arial"/>
              </a:rPr>
              <a:t>Input floating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33E785-248B-14D7-5041-76BE47EED2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224" y="1284693"/>
            <a:ext cx="8435599" cy="59046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457200" indent="-457200">
              <a:spcBef>
                <a:spcPct val="0"/>
              </a:spcBef>
              <a:buFont typeface="Arial,Sans-Serif" panose="05000000000000000000" pitchFamily="2" charset="2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Arial"/>
                <a:cs typeface="Arial"/>
              </a:rPr>
              <a:t>Input floating</a:t>
            </a:r>
            <a:r>
              <a:rPr lang="en-US" sz="2000" b="1" dirty="0">
                <a:solidFill>
                  <a:schemeClr val="tx1"/>
                </a:solidFill>
                <a:latin typeface="Arial"/>
                <a:cs typeface="Arial"/>
              </a:rPr>
              <a:t>: </a:t>
            </a:r>
            <a:r>
              <a:rPr lang="en-US" sz="1800" dirty="0">
                <a:solidFill>
                  <a:schemeClr val="tx1"/>
                </a:solidFill>
                <a:latin typeface="Arial"/>
                <a:cs typeface="Arial"/>
              </a:rPr>
              <a:t>Pin connected neither </a:t>
            </a:r>
            <a:r>
              <a:rPr lang="en-US" sz="1800" b="1" dirty="0">
                <a:solidFill>
                  <a:schemeClr val="tx1"/>
                </a:solidFill>
                <a:latin typeface="Arial"/>
                <a:cs typeface="Arial"/>
              </a:rPr>
              <a:t>connected to VCC </a:t>
            </a:r>
            <a:r>
              <a:rPr lang="en-US" sz="1800" dirty="0">
                <a:solidFill>
                  <a:schemeClr val="tx1"/>
                </a:solidFill>
                <a:latin typeface="Arial"/>
                <a:cs typeface="Arial"/>
              </a:rPr>
              <a:t>or </a:t>
            </a:r>
            <a:r>
              <a:rPr lang="en-US" sz="1800" b="1" dirty="0">
                <a:solidFill>
                  <a:schemeClr val="tx1"/>
                </a:solidFill>
                <a:latin typeface="Arial"/>
                <a:cs typeface="Arial"/>
              </a:rPr>
              <a:t>to ground</a:t>
            </a:r>
            <a:r>
              <a:rPr lang="en-US" sz="1800" dirty="0">
                <a:solidFill>
                  <a:schemeClr val="tx1"/>
                </a:solidFill>
                <a:latin typeface="Arial"/>
                <a:cs typeface="Arial"/>
              </a:rPr>
              <a:t>.</a:t>
            </a:r>
          </a:p>
          <a:p>
            <a:pPr marL="457200" indent="-457200">
              <a:spcBef>
                <a:spcPct val="0"/>
              </a:spcBef>
              <a:buFont typeface="Arial,Sans-Serif" panose="05000000000000000000" pitchFamily="2" charset="2"/>
              <a:buChar char="•"/>
            </a:pPr>
            <a:endParaRPr lang="en-US" sz="1800" dirty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spcBef>
                <a:spcPct val="20000"/>
              </a:spcBef>
            </a:pPr>
            <a:endParaRPr lang="en-US" sz="2000" dirty="0">
              <a:solidFill>
                <a:srgbClr val="92D05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5B2D7D-0B3F-DBAC-9CF6-1E681E45F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DAB0F-01A5-4AB0-84E3-BA9DDAF20443}" type="slidenum">
              <a:rPr lang="en-US" smtClean="0"/>
              <a:t>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861258-7ED0-08C0-90EE-8148850DBE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09e-BM/DT/FSOFT - @FPT SOFTWARE - FPT Software Academy - Internal Use</a:t>
            </a:r>
          </a:p>
        </p:txBody>
      </p:sp>
      <p:pic>
        <p:nvPicPr>
          <p:cNvPr id="6" name="Picture 5" descr="A diagram of a device&#10;&#10;Description automatically generated">
            <a:extLst>
              <a:ext uri="{FF2B5EF4-FFF2-40B4-BE49-F238E27FC236}">
                <a16:creationId xmlns:a16="http://schemas.microsoft.com/office/drawing/2014/main" id="{3FCD5615-9588-C74C-BAD7-A85B0AECE2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318" y="2552713"/>
            <a:ext cx="5415566" cy="269184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ABF72D6-FDB1-5C42-6344-0E657CCDEF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3528" y="2233481"/>
            <a:ext cx="5281682" cy="2845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8277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73B99-14DD-E011-0194-6BF5F32E7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Arial"/>
                <a:cs typeface="Arial"/>
              </a:rPr>
              <a:t>Input pull up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33E785-248B-14D7-5041-76BE47EED2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224" y="1284693"/>
            <a:ext cx="8435599" cy="59046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457200" indent="-457200">
              <a:spcBef>
                <a:spcPct val="0"/>
              </a:spcBef>
              <a:buFont typeface="Arial,Sans-Serif" panose="05000000000000000000" pitchFamily="2" charset="2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Arial"/>
                <a:cs typeface="Arial"/>
              </a:rPr>
              <a:t>Input pull-up: </a:t>
            </a:r>
            <a:r>
              <a:rPr lang="en-US" sz="1800" dirty="0">
                <a:solidFill>
                  <a:schemeClr val="tx1"/>
                </a:solidFill>
                <a:latin typeface="Arial"/>
                <a:cs typeface="Arial"/>
              </a:rPr>
              <a:t>Connected to VCC.</a:t>
            </a:r>
          </a:p>
          <a:p>
            <a:pPr marL="457200" indent="-457200">
              <a:spcBef>
                <a:spcPct val="0"/>
              </a:spcBef>
              <a:buFont typeface="Arial,Sans-Serif" panose="05000000000000000000" pitchFamily="2" charset="2"/>
              <a:buChar char="•"/>
            </a:pPr>
            <a:endParaRPr lang="en-US" sz="1400" dirty="0">
              <a:solidFill>
                <a:srgbClr val="000000"/>
              </a:solidFill>
              <a:latin typeface="Arial"/>
              <a:cs typeface="Arial"/>
            </a:endParaRPr>
          </a:p>
          <a:p>
            <a:pPr marL="457200" indent="-457200">
              <a:spcBef>
                <a:spcPct val="0"/>
              </a:spcBef>
              <a:buFont typeface="Arial,Sans-Serif" panose="05000000000000000000" pitchFamily="2" charset="2"/>
              <a:buChar char="•"/>
            </a:pP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5B2D7D-0B3F-DBAC-9CF6-1E681E45F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DAB0F-01A5-4AB0-84E3-BA9DDAF20443}" type="slidenum">
              <a:rPr lang="en-US" smtClean="0"/>
              <a:t>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861258-7ED0-08C0-90EE-8148850DBE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09e-BM/DT/FSOFT - @FPT SOFTWARE - FPT Software Academy - Internal Use</a:t>
            </a:r>
          </a:p>
        </p:txBody>
      </p:sp>
      <p:pic>
        <p:nvPicPr>
          <p:cNvPr id="8" name="Picture 7" descr="A diagram of a circuit&#10;&#10;Description automatically generated">
            <a:extLst>
              <a:ext uri="{FF2B5EF4-FFF2-40B4-BE49-F238E27FC236}">
                <a16:creationId xmlns:a16="http://schemas.microsoft.com/office/drawing/2014/main" id="{2FF3A3BD-47E6-42B0-83A7-A325AB492F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5193" y="2087839"/>
            <a:ext cx="7041865" cy="3629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1602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73B99-14DD-E011-0194-6BF5F32E7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>
                <a:latin typeface="Arial"/>
                <a:cs typeface="Arial"/>
              </a:rPr>
              <a:t>Input pull down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33E785-248B-14D7-5041-76BE47EED2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224" y="1284693"/>
            <a:ext cx="8435599" cy="59046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457200" indent="-457200">
              <a:spcBef>
                <a:spcPct val="0"/>
              </a:spcBef>
              <a:buFont typeface="Arial,Sans-Serif" panose="05000000000000000000" pitchFamily="2" charset="2"/>
              <a:buChar char="•"/>
            </a:pPr>
            <a:r>
              <a:rPr lang="en-US" sz="2000" b="1">
                <a:solidFill>
                  <a:schemeClr val="tx1"/>
                </a:solidFill>
                <a:latin typeface="Arial"/>
                <a:cs typeface="Arial"/>
              </a:rPr>
              <a:t>Input pull-down: </a:t>
            </a:r>
            <a:r>
              <a:rPr lang="en-US" sz="1800">
                <a:solidFill>
                  <a:schemeClr val="tx1"/>
                </a:solidFill>
                <a:latin typeface="Arial"/>
                <a:cs typeface="Arial"/>
              </a:rPr>
              <a:t>Connected to GND.</a:t>
            </a:r>
          </a:p>
          <a:p>
            <a:pPr marL="457200" indent="-457200">
              <a:spcBef>
                <a:spcPct val="0"/>
              </a:spcBef>
              <a:buFont typeface="Arial,Sans-Serif" panose="05000000000000000000" pitchFamily="2" charset="2"/>
              <a:buChar char="•"/>
            </a:pPr>
            <a:endParaRPr lang="en-US" sz="1400" dirty="0">
              <a:solidFill>
                <a:srgbClr val="000000"/>
              </a:solidFill>
              <a:latin typeface="Arial"/>
              <a:cs typeface="Arial"/>
            </a:endParaRPr>
          </a:p>
          <a:p>
            <a:pPr marL="457200" indent="-457200">
              <a:spcBef>
                <a:spcPct val="0"/>
              </a:spcBef>
              <a:buFont typeface="Arial,Sans-Serif" panose="05000000000000000000" pitchFamily="2" charset="2"/>
              <a:buChar char="•"/>
            </a:pP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5B2D7D-0B3F-DBAC-9CF6-1E681E45F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DAB0F-01A5-4AB0-84E3-BA9DDAF20443}" type="slidenum">
              <a:rPr lang="en-US" smtClean="0"/>
              <a:t>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861258-7ED0-08C0-90EE-8148850DBE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09e-BM/DT/FSOFT - @FPT SOFTWARE - FPT Software Academy - Internal Use</a:t>
            </a:r>
          </a:p>
        </p:txBody>
      </p:sp>
      <p:pic>
        <p:nvPicPr>
          <p:cNvPr id="6" name="Picture 5" descr="A diagram of a circuit&#10;&#10;Description automatically generated">
            <a:extLst>
              <a:ext uri="{FF2B5EF4-FFF2-40B4-BE49-F238E27FC236}">
                <a16:creationId xmlns:a16="http://schemas.microsoft.com/office/drawing/2014/main" id="{CCCAE222-BAF7-4A87-7E33-5290904BE1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3099" y="1950491"/>
            <a:ext cx="7221263" cy="4008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3107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73B99-14DD-E011-0194-6BF5F32E7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>
                <a:latin typeface="Arial"/>
                <a:cs typeface="Arial"/>
              </a:rPr>
              <a:t>Configure GPIO pin to input floating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33E785-248B-14D7-5041-76BE47EED2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7552" y="1053784"/>
            <a:ext cx="8400963" cy="141596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spcBef>
                <a:spcPct val="0"/>
              </a:spcBef>
              <a:buNone/>
            </a:pPr>
            <a:r>
              <a:rPr lang="en-US" sz="1600" b="1" u="sng" dirty="0">
                <a:solidFill>
                  <a:schemeClr val="tx1"/>
                </a:solidFill>
                <a:latin typeface="Arial"/>
                <a:cs typeface="Arial"/>
              </a:rPr>
              <a:t>Step1</a:t>
            </a:r>
            <a:r>
              <a:rPr lang="en-US" sz="1600" dirty="0">
                <a:solidFill>
                  <a:schemeClr val="tx1"/>
                </a:solidFill>
                <a:latin typeface="Arial"/>
                <a:cs typeface="Arial"/>
              </a:rPr>
              <a:t>: Configure the bit field </a:t>
            </a:r>
            <a:r>
              <a:rPr lang="en-US" sz="1600" b="1" dirty="0">
                <a:solidFill>
                  <a:srgbClr val="FF0000"/>
                </a:solidFill>
                <a:latin typeface="Arial"/>
                <a:cs typeface="Arial"/>
              </a:rPr>
              <a:t>MUX</a:t>
            </a:r>
            <a:r>
              <a:rPr lang="en-US" sz="1600" dirty="0">
                <a:solidFill>
                  <a:schemeClr val="tx1"/>
                </a:solidFill>
                <a:latin typeface="Arial"/>
                <a:cs typeface="Arial"/>
              </a:rPr>
              <a:t> to GPIO.</a:t>
            </a:r>
            <a:br>
              <a:rPr lang="en-US" sz="1600" dirty="0">
                <a:latin typeface="Arial"/>
                <a:cs typeface="Arial"/>
              </a:rPr>
            </a:br>
            <a:endParaRPr lang="en-US" sz="16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0" indent="0">
              <a:spcBef>
                <a:spcPct val="0"/>
              </a:spcBef>
              <a:buNone/>
            </a:pPr>
            <a:r>
              <a:rPr lang="en-US" sz="1600" b="1" u="sng" dirty="0">
                <a:solidFill>
                  <a:schemeClr val="tx1"/>
                </a:solidFill>
                <a:latin typeface="Arial"/>
                <a:cs typeface="Arial"/>
              </a:rPr>
              <a:t>Step2</a:t>
            </a:r>
            <a:r>
              <a:rPr lang="en-US" sz="1600" dirty="0">
                <a:solidFill>
                  <a:schemeClr val="tx1"/>
                </a:solidFill>
                <a:latin typeface="Arial"/>
                <a:cs typeface="Arial"/>
              </a:rPr>
              <a:t>: Configure the bit field </a:t>
            </a:r>
            <a:r>
              <a:rPr lang="en-US" sz="1600" b="1" dirty="0">
                <a:solidFill>
                  <a:srgbClr val="FF0000"/>
                </a:solidFill>
                <a:latin typeface="Arial"/>
                <a:cs typeface="Arial"/>
              </a:rPr>
              <a:t>PE</a:t>
            </a:r>
            <a:r>
              <a:rPr lang="en-US" sz="1600" dirty="0">
                <a:solidFill>
                  <a:schemeClr val="tx1"/>
                </a:solidFill>
                <a:latin typeface="Arial"/>
                <a:cs typeface="Arial"/>
              </a:rPr>
              <a:t> to pull-up/pull-down disabled.</a:t>
            </a:r>
          </a:p>
          <a:p>
            <a:pPr marL="0" indent="0">
              <a:spcBef>
                <a:spcPct val="0"/>
              </a:spcBef>
              <a:buNone/>
            </a:pPr>
            <a:br>
              <a:rPr lang="en-US" sz="1600" dirty="0">
                <a:latin typeface="Arial"/>
                <a:cs typeface="Arial"/>
              </a:rPr>
            </a:br>
            <a:r>
              <a:rPr lang="en-US" sz="1600" b="1" u="sng" dirty="0">
                <a:solidFill>
                  <a:schemeClr val="tx1"/>
                </a:solidFill>
                <a:latin typeface="Arial"/>
                <a:cs typeface="Arial"/>
              </a:rPr>
              <a:t>Step3</a:t>
            </a:r>
            <a:r>
              <a:rPr lang="en-US" sz="1600" dirty="0">
                <a:solidFill>
                  <a:schemeClr val="tx1"/>
                </a:solidFill>
                <a:latin typeface="Arial"/>
                <a:cs typeface="Arial"/>
              </a:rPr>
              <a:t>: Configure the bit field </a:t>
            </a:r>
            <a:r>
              <a:rPr lang="en-US" sz="1600" b="1" dirty="0">
                <a:solidFill>
                  <a:srgbClr val="00B050"/>
                </a:solidFill>
                <a:latin typeface="Arial"/>
                <a:cs typeface="Arial"/>
              </a:rPr>
              <a:t>PDD</a:t>
            </a:r>
            <a:r>
              <a:rPr lang="en-US" sz="1600" dirty="0">
                <a:solidFill>
                  <a:schemeClr val="tx1"/>
                </a:solidFill>
                <a:latin typeface="Arial"/>
                <a:cs typeface="Arial"/>
              </a:rPr>
              <a:t>  in  </a:t>
            </a:r>
            <a:r>
              <a:rPr lang="en-US" sz="1600" dirty="0" err="1">
                <a:solidFill>
                  <a:schemeClr val="tx1"/>
                </a:solidFill>
                <a:latin typeface="Arial"/>
                <a:cs typeface="Arial"/>
              </a:rPr>
              <a:t>GPIOx_PDDR</a:t>
            </a:r>
            <a:r>
              <a:rPr lang="en-US" sz="1600" dirty="0">
                <a:solidFill>
                  <a:schemeClr val="tx1"/>
                </a:solidFill>
                <a:latin typeface="Arial"/>
                <a:cs typeface="Arial"/>
              </a:rPr>
              <a:t> pin as input.</a:t>
            </a:r>
            <a:br>
              <a:rPr lang="en-US" sz="1600" dirty="0">
                <a:latin typeface="Arial"/>
                <a:cs typeface="Arial"/>
              </a:rPr>
            </a:br>
            <a:endParaRPr lang="en-US" sz="16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457200" indent="-457200">
              <a:spcBef>
                <a:spcPct val="0"/>
              </a:spcBef>
              <a:buFont typeface="Arial,Sans-Serif" panose="05000000000000000000" pitchFamily="2" charset="2"/>
              <a:buChar char="•"/>
            </a:pPr>
            <a:endParaRPr lang="en-US" sz="1600" dirty="0">
              <a:solidFill>
                <a:srgbClr val="000000"/>
              </a:solidFill>
              <a:latin typeface="Arial"/>
              <a:cs typeface="Arial"/>
            </a:endParaRPr>
          </a:p>
          <a:p>
            <a:pPr marL="457200" indent="-457200">
              <a:spcBef>
                <a:spcPct val="0"/>
              </a:spcBef>
              <a:buFont typeface="Arial,Sans-Serif" panose="05000000000000000000" pitchFamily="2" charset="2"/>
              <a:buChar char="•"/>
            </a:pP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5B2D7D-0B3F-DBAC-9CF6-1E681E45F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DAB0F-01A5-4AB0-84E3-BA9DDAF20443}" type="slidenum">
              <a:rPr lang="en-US" smtClean="0"/>
              <a:t>27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861258-7ED0-08C0-90EE-8148850DBE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09e-BM/DT/FSOFT - @FPT SOFTWARE - FPT Software Academy - Internal Use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3523824-6524-7670-0679-C3A48878B5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1609" y="2567370"/>
            <a:ext cx="6810663" cy="1726045"/>
          </a:xfrm>
          <a:prstGeom prst="rect">
            <a:avLst/>
          </a:prstGeom>
        </p:spPr>
      </p:pic>
      <p:pic>
        <p:nvPicPr>
          <p:cNvPr id="8" name="Picture 7" descr="A close-up of a document&#10;&#10;Description automatically generated">
            <a:extLst>
              <a:ext uri="{FF2B5EF4-FFF2-40B4-BE49-F238E27FC236}">
                <a16:creationId xmlns:a16="http://schemas.microsoft.com/office/drawing/2014/main" id="{14FD8512-923E-36C4-24B3-69DF7081E7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878" y="4391263"/>
            <a:ext cx="5856720" cy="180224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E7516EC-DDC2-6484-3A86-11FB30EABDF1}"/>
              </a:ext>
            </a:extLst>
          </p:cNvPr>
          <p:cNvSpPr/>
          <p:nvPr/>
        </p:nvSpPr>
        <p:spPr>
          <a:xfrm>
            <a:off x="648449" y="992476"/>
            <a:ext cx="6923125" cy="1477046"/>
          </a:xfrm>
          <a:prstGeom prst="rect">
            <a:avLst/>
          </a:prstGeom>
          <a:noFill/>
          <a:ln w="19050">
            <a:solidFill>
              <a:srgbClr val="3963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3010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73B99-14DD-E011-0194-6BF5F32E7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>
                <a:latin typeface="Arial"/>
                <a:cs typeface="Arial"/>
              </a:rPr>
              <a:t>Configure GPIO pin to input floating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5B2D7D-0B3F-DBAC-9CF6-1E681E45F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DAB0F-01A5-4AB0-84E3-BA9DDAF20443}" type="slidenum">
              <a:rPr lang="en-US" smtClean="0"/>
              <a:t>28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861258-7ED0-08C0-90EE-8148850DBE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09e-BM/DT/FSOFT - @FPT SOFTWARE - FPT Software Academy - Internal Use</a:t>
            </a:r>
          </a:p>
        </p:txBody>
      </p:sp>
      <p:pic>
        <p:nvPicPr>
          <p:cNvPr id="6" name="Picture 5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5E523044-052F-160F-CFB7-ED8FBCBE71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8485" y="3151047"/>
            <a:ext cx="7112518" cy="2257211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7800B27-6CFE-DEDC-5A4C-B2D7E8AE3757}"/>
              </a:ext>
            </a:extLst>
          </p:cNvPr>
          <p:cNvSpPr txBox="1">
            <a:spLocks/>
          </p:cNvSpPr>
          <p:nvPr/>
        </p:nvSpPr>
        <p:spPr>
          <a:xfrm>
            <a:off x="947552" y="1053784"/>
            <a:ext cx="8400963" cy="141596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ü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sz="1600" b="1" u="sng" dirty="0">
                <a:solidFill>
                  <a:schemeClr val="tx1"/>
                </a:solidFill>
                <a:latin typeface="Arial"/>
                <a:cs typeface="Arial"/>
              </a:rPr>
              <a:t>Step1</a:t>
            </a:r>
            <a:r>
              <a:rPr lang="en-US" sz="1600" dirty="0">
                <a:solidFill>
                  <a:schemeClr val="tx1"/>
                </a:solidFill>
                <a:latin typeface="Arial"/>
                <a:cs typeface="Arial"/>
              </a:rPr>
              <a:t>: Configure the bit field </a:t>
            </a:r>
            <a:r>
              <a:rPr lang="en-US" sz="1600" b="1" dirty="0">
                <a:solidFill>
                  <a:srgbClr val="FF0000"/>
                </a:solidFill>
                <a:latin typeface="Arial"/>
                <a:cs typeface="Arial"/>
              </a:rPr>
              <a:t>MUX</a:t>
            </a:r>
            <a:r>
              <a:rPr lang="en-US" sz="1600" dirty="0">
                <a:solidFill>
                  <a:schemeClr val="tx1"/>
                </a:solidFill>
                <a:latin typeface="Arial"/>
                <a:cs typeface="Arial"/>
              </a:rPr>
              <a:t> to GPIO.</a:t>
            </a:r>
            <a:br>
              <a:rPr lang="en-US" sz="1600" dirty="0">
                <a:latin typeface="Arial"/>
                <a:cs typeface="Arial"/>
              </a:rPr>
            </a:br>
            <a:endParaRPr lang="en-US" sz="16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0" indent="0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sz="1600" b="1" u="sng" dirty="0">
                <a:solidFill>
                  <a:schemeClr val="tx1"/>
                </a:solidFill>
                <a:latin typeface="Arial"/>
                <a:cs typeface="Arial"/>
              </a:rPr>
              <a:t>Step2</a:t>
            </a:r>
            <a:r>
              <a:rPr lang="en-US" sz="1600" dirty="0">
                <a:solidFill>
                  <a:schemeClr val="tx1"/>
                </a:solidFill>
                <a:latin typeface="Arial"/>
                <a:cs typeface="Arial"/>
              </a:rPr>
              <a:t>: Configure the bit field </a:t>
            </a:r>
            <a:r>
              <a:rPr lang="en-US" sz="1600" b="1" dirty="0">
                <a:solidFill>
                  <a:srgbClr val="FF0000"/>
                </a:solidFill>
                <a:latin typeface="Arial"/>
                <a:cs typeface="Arial"/>
              </a:rPr>
              <a:t>PE</a:t>
            </a:r>
            <a:r>
              <a:rPr lang="en-US" sz="1600" dirty="0">
                <a:solidFill>
                  <a:schemeClr val="tx1"/>
                </a:solidFill>
                <a:latin typeface="Arial"/>
                <a:cs typeface="Arial"/>
              </a:rPr>
              <a:t> to pull-up/pull-down disabled.</a:t>
            </a:r>
          </a:p>
          <a:p>
            <a:pPr marL="0" indent="0">
              <a:spcBef>
                <a:spcPct val="0"/>
              </a:spcBef>
              <a:buFont typeface="Wingdings" panose="05000000000000000000" pitchFamily="2" charset="2"/>
              <a:buNone/>
            </a:pPr>
            <a:br>
              <a:rPr lang="en-US" sz="1600" dirty="0">
                <a:latin typeface="Arial"/>
                <a:cs typeface="Arial"/>
              </a:rPr>
            </a:br>
            <a:r>
              <a:rPr lang="en-US" sz="1600" b="1" u="sng" dirty="0">
                <a:solidFill>
                  <a:schemeClr val="tx1"/>
                </a:solidFill>
                <a:latin typeface="Arial"/>
                <a:cs typeface="Arial"/>
              </a:rPr>
              <a:t>Step3</a:t>
            </a:r>
            <a:r>
              <a:rPr lang="en-US" sz="1600" dirty="0">
                <a:solidFill>
                  <a:schemeClr val="tx1"/>
                </a:solidFill>
                <a:latin typeface="Arial"/>
                <a:cs typeface="Arial"/>
              </a:rPr>
              <a:t>: Configure the bit field </a:t>
            </a:r>
            <a:r>
              <a:rPr lang="en-US" sz="1600" b="1" dirty="0">
                <a:solidFill>
                  <a:srgbClr val="00B050"/>
                </a:solidFill>
                <a:latin typeface="Arial"/>
                <a:cs typeface="Arial"/>
              </a:rPr>
              <a:t>PDD</a:t>
            </a:r>
            <a:r>
              <a:rPr lang="en-US" sz="1600" dirty="0">
                <a:solidFill>
                  <a:schemeClr val="tx1"/>
                </a:solidFill>
                <a:latin typeface="Arial"/>
                <a:cs typeface="Arial"/>
              </a:rPr>
              <a:t>  in  </a:t>
            </a:r>
            <a:r>
              <a:rPr lang="en-US" sz="1600" dirty="0" err="1">
                <a:solidFill>
                  <a:schemeClr val="tx1"/>
                </a:solidFill>
                <a:latin typeface="Arial"/>
                <a:cs typeface="Arial"/>
              </a:rPr>
              <a:t>GPIOx_PDDR</a:t>
            </a:r>
            <a:r>
              <a:rPr lang="en-US" sz="1600" dirty="0">
                <a:solidFill>
                  <a:schemeClr val="tx1"/>
                </a:solidFill>
                <a:latin typeface="Arial"/>
                <a:cs typeface="Arial"/>
              </a:rPr>
              <a:t> pin as input</a:t>
            </a:r>
            <a:br>
              <a:rPr lang="en-US" sz="1600" dirty="0">
                <a:latin typeface="Arial"/>
                <a:cs typeface="Arial"/>
              </a:rPr>
            </a:br>
            <a:endParaRPr lang="en-US" sz="16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457200" indent="-457200">
              <a:spcBef>
                <a:spcPct val="0"/>
              </a:spcBef>
              <a:buFont typeface="Arial,Sans-Serif" panose="05000000000000000000" pitchFamily="2" charset="2"/>
              <a:buChar char="•"/>
            </a:pPr>
            <a:endParaRPr lang="en-US" sz="1600" dirty="0">
              <a:solidFill>
                <a:srgbClr val="000000"/>
              </a:solidFill>
              <a:latin typeface="Arial"/>
              <a:cs typeface="Arial"/>
            </a:endParaRPr>
          </a:p>
          <a:p>
            <a:pPr marL="457200" indent="-457200">
              <a:spcBef>
                <a:spcPct val="0"/>
              </a:spcBef>
              <a:buFont typeface="Arial,Sans-Serif" panose="05000000000000000000" pitchFamily="2" charset="2"/>
              <a:buChar char="•"/>
            </a:pP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5F30A31-B337-628F-3EA5-A0AD3E9646FE}"/>
              </a:ext>
            </a:extLst>
          </p:cNvPr>
          <p:cNvSpPr/>
          <p:nvPr/>
        </p:nvSpPr>
        <p:spPr>
          <a:xfrm>
            <a:off x="648449" y="992476"/>
            <a:ext cx="6923125" cy="1477046"/>
          </a:xfrm>
          <a:prstGeom prst="rect">
            <a:avLst/>
          </a:prstGeom>
          <a:noFill/>
          <a:ln w="19050">
            <a:solidFill>
              <a:srgbClr val="3963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1182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73B99-14DD-E011-0194-6BF5F32E7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>
                <a:latin typeface="Arial"/>
                <a:cs typeface="Arial"/>
              </a:rPr>
              <a:t>Configure GPIO pin to input pull-up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33E785-248B-14D7-5041-76BE47EED2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6815" y="1053784"/>
            <a:ext cx="8400963" cy="141596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spcBef>
                <a:spcPct val="0"/>
              </a:spcBef>
              <a:buNone/>
            </a:pPr>
            <a:r>
              <a:rPr lang="en-US" sz="1400" b="1" u="sng" dirty="0">
                <a:solidFill>
                  <a:schemeClr val="tx1"/>
                </a:solidFill>
                <a:latin typeface="Arial"/>
                <a:cs typeface="Arial"/>
              </a:rPr>
              <a:t>Step1</a:t>
            </a:r>
            <a:r>
              <a:rPr lang="en-US" sz="1400" dirty="0">
                <a:solidFill>
                  <a:schemeClr val="tx1"/>
                </a:solidFill>
                <a:latin typeface="Arial"/>
                <a:cs typeface="Arial"/>
              </a:rPr>
              <a:t>: Configure the bit field </a:t>
            </a:r>
            <a:r>
              <a:rPr lang="en-US" sz="1400" b="1" dirty="0">
                <a:solidFill>
                  <a:srgbClr val="FF0000"/>
                </a:solidFill>
                <a:latin typeface="Arial"/>
                <a:cs typeface="Arial"/>
              </a:rPr>
              <a:t>MUX</a:t>
            </a:r>
            <a:r>
              <a:rPr lang="en-US" sz="1400" dirty="0">
                <a:solidFill>
                  <a:schemeClr val="tx1"/>
                </a:solidFill>
                <a:latin typeface="Arial"/>
                <a:cs typeface="Arial"/>
              </a:rPr>
              <a:t> to GPIO.</a:t>
            </a:r>
            <a:br>
              <a:rPr lang="en-US" sz="1400" dirty="0">
                <a:solidFill>
                  <a:schemeClr val="tx1"/>
                </a:solidFill>
                <a:latin typeface="Arial"/>
                <a:cs typeface="Arial"/>
              </a:rPr>
            </a:br>
            <a:endParaRPr lang="en-US" sz="14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0" indent="0">
              <a:spcBef>
                <a:spcPct val="0"/>
              </a:spcBef>
              <a:buNone/>
            </a:pPr>
            <a:r>
              <a:rPr lang="en-US" sz="1400" b="1" u="sng" dirty="0">
                <a:solidFill>
                  <a:schemeClr val="tx1"/>
                </a:solidFill>
                <a:latin typeface="Arial"/>
                <a:cs typeface="Arial"/>
              </a:rPr>
              <a:t>Step2</a:t>
            </a:r>
            <a:r>
              <a:rPr lang="en-US" sz="1400" dirty="0">
                <a:solidFill>
                  <a:schemeClr val="tx1"/>
                </a:solidFill>
                <a:latin typeface="Arial"/>
                <a:cs typeface="Arial"/>
              </a:rPr>
              <a:t>: Configure the bit field </a:t>
            </a:r>
            <a:r>
              <a:rPr lang="en-US" sz="1400" b="1" dirty="0">
                <a:solidFill>
                  <a:srgbClr val="FF0000"/>
                </a:solidFill>
                <a:latin typeface="Arial"/>
                <a:cs typeface="Arial"/>
              </a:rPr>
              <a:t>PE</a:t>
            </a:r>
            <a:r>
              <a:rPr lang="en-US" sz="1400" dirty="0">
                <a:solidFill>
                  <a:schemeClr val="tx1"/>
                </a:solidFill>
                <a:latin typeface="Arial"/>
                <a:cs typeface="Arial"/>
              </a:rPr>
              <a:t> to pull-up/pull-down Enabled.</a:t>
            </a:r>
          </a:p>
          <a:p>
            <a:pPr marL="0" indent="0">
              <a:spcBef>
                <a:spcPct val="0"/>
              </a:spcBef>
              <a:buNone/>
            </a:pPr>
            <a:endParaRPr lang="en-US" sz="1400" dirty="0">
              <a:solidFill>
                <a:srgbClr val="000000"/>
              </a:solidFill>
              <a:latin typeface="Arial"/>
              <a:cs typeface="Arial"/>
            </a:endParaRPr>
          </a:p>
          <a:p>
            <a:pPr marL="0" indent="0">
              <a:spcBef>
                <a:spcPct val="0"/>
              </a:spcBef>
              <a:buNone/>
            </a:pPr>
            <a:r>
              <a:rPr lang="en-US" sz="1400" b="1" u="sng" dirty="0">
                <a:solidFill>
                  <a:schemeClr val="tx1"/>
                </a:solidFill>
                <a:latin typeface="Arial"/>
                <a:cs typeface="Arial"/>
              </a:rPr>
              <a:t>Step3</a:t>
            </a:r>
            <a:r>
              <a:rPr lang="en-US" sz="1400" dirty="0">
                <a:solidFill>
                  <a:schemeClr val="tx1"/>
                </a:solidFill>
                <a:latin typeface="Arial"/>
                <a:cs typeface="Arial"/>
              </a:rPr>
              <a:t>: Configure the bit field </a:t>
            </a:r>
            <a:r>
              <a:rPr lang="en-US" sz="1400" b="1" dirty="0">
                <a:solidFill>
                  <a:srgbClr val="FF0000"/>
                </a:solidFill>
                <a:latin typeface="Arial"/>
                <a:cs typeface="Arial"/>
              </a:rPr>
              <a:t>PS</a:t>
            </a:r>
            <a:r>
              <a:rPr lang="en-US" sz="1400" dirty="0">
                <a:solidFill>
                  <a:schemeClr val="tx1"/>
                </a:solidFill>
                <a:latin typeface="Arial"/>
                <a:cs typeface="Arial"/>
              </a:rPr>
              <a:t> to </a:t>
            </a:r>
            <a:r>
              <a:rPr lang="en-US" sz="1400" u="sng" dirty="0">
                <a:solidFill>
                  <a:schemeClr val="tx1"/>
                </a:solidFill>
                <a:latin typeface="Arial"/>
                <a:cs typeface="Arial"/>
              </a:rPr>
              <a:t>pull-up</a:t>
            </a:r>
            <a:r>
              <a:rPr lang="en-US" sz="1400" dirty="0">
                <a:solidFill>
                  <a:schemeClr val="tx1"/>
                </a:solidFill>
                <a:latin typeface="Arial"/>
                <a:cs typeface="Arial"/>
              </a:rPr>
              <a:t> Enabled.</a:t>
            </a:r>
          </a:p>
          <a:p>
            <a:pPr marL="0" indent="0">
              <a:spcBef>
                <a:spcPct val="0"/>
              </a:spcBef>
              <a:buNone/>
            </a:pPr>
            <a:br>
              <a:rPr lang="en-US" sz="1400" dirty="0">
                <a:solidFill>
                  <a:schemeClr val="tx1"/>
                </a:solidFill>
                <a:latin typeface="Arial"/>
                <a:cs typeface="Arial"/>
              </a:rPr>
            </a:br>
            <a:r>
              <a:rPr lang="en-US" sz="1400" b="1" u="sng" dirty="0">
                <a:solidFill>
                  <a:schemeClr val="tx1"/>
                </a:solidFill>
                <a:latin typeface="Arial"/>
                <a:cs typeface="Arial"/>
              </a:rPr>
              <a:t>Step4</a:t>
            </a:r>
            <a:r>
              <a:rPr lang="en-US" sz="1400" dirty="0">
                <a:solidFill>
                  <a:schemeClr val="tx1"/>
                </a:solidFill>
                <a:latin typeface="Arial"/>
                <a:cs typeface="Arial"/>
              </a:rPr>
              <a:t>: Configure the bit field </a:t>
            </a:r>
            <a:r>
              <a:rPr lang="en-US" sz="1400" b="1" dirty="0">
                <a:solidFill>
                  <a:srgbClr val="00B050"/>
                </a:solidFill>
                <a:latin typeface="Arial"/>
                <a:cs typeface="Arial"/>
              </a:rPr>
              <a:t>PDD</a:t>
            </a:r>
            <a:r>
              <a:rPr lang="en-US" sz="1400" dirty="0">
                <a:solidFill>
                  <a:schemeClr val="tx1"/>
                </a:solidFill>
                <a:latin typeface="Arial"/>
                <a:cs typeface="Arial"/>
              </a:rPr>
              <a:t>  in  </a:t>
            </a:r>
            <a:r>
              <a:rPr lang="en-US" sz="1400" dirty="0" err="1">
                <a:solidFill>
                  <a:schemeClr val="tx1"/>
                </a:solidFill>
                <a:latin typeface="Arial"/>
                <a:cs typeface="Arial"/>
              </a:rPr>
              <a:t>GPIOx_PDDR</a:t>
            </a:r>
            <a:r>
              <a:rPr lang="en-US" sz="1400" dirty="0">
                <a:solidFill>
                  <a:schemeClr val="tx1"/>
                </a:solidFill>
                <a:latin typeface="Arial"/>
                <a:cs typeface="Arial"/>
              </a:rPr>
              <a:t> pin as input</a:t>
            </a:r>
            <a:br>
              <a:rPr lang="en-US" sz="1400" dirty="0">
                <a:solidFill>
                  <a:schemeClr val="tx1"/>
                </a:solidFill>
                <a:latin typeface="Arial"/>
                <a:cs typeface="Arial"/>
              </a:rPr>
            </a:br>
            <a:endParaRPr lang="en-US" sz="14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457200" indent="-457200">
              <a:spcBef>
                <a:spcPct val="0"/>
              </a:spcBef>
              <a:buFont typeface="Arial,Sans-Serif"/>
              <a:buChar char="•"/>
            </a:pPr>
            <a:endParaRPr lang="en-US" sz="1400" dirty="0">
              <a:solidFill>
                <a:srgbClr val="000000"/>
              </a:solidFill>
              <a:latin typeface="Arial"/>
              <a:cs typeface="Arial"/>
            </a:endParaRPr>
          </a:p>
          <a:p>
            <a:pPr marL="0" indent="0">
              <a:spcBef>
                <a:spcPct val="0"/>
              </a:spcBef>
              <a:buNone/>
            </a:pPr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5B2D7D-0B3F-DBAC-9CF6-1E681E45F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DAB0F-01A5-4AB0-84E3-BA9DDAF20443}" type="slidenum">
              <a:rPr lang="en-US" smtClean="0"/>
              <a:t>29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861258-7ED0-08C0-90EE-8148850DBE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09e-BM/DT/FSOFT - @FPT SOFTWARE - FPT Software Academy - Internal Use</a:t>
            </a:r>
          </a:p>
        </p:txBody>
      </p:sp>
      <p:pic>
        <p:nvPicPr>
          <p:cNvPr id="7" name="Picture 6" descr="A white and black diagram with red text&#10;&#10;Description automatically generated">
            <a:extLst>
              <a:ext uri="{FF2B5EF4-FFF2-40B4-BE49-F238E27FC236}">
                <a16:creationId xmlns:a16="http://schemas.microsoft.com/office/drawing/2014/main" id="{D7D2FF47-AB89-B19E-F241-95084548E9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8058" y="2693919"/>
            <a:ext cx="5643355" cy="1519858"/>
          </a:xfrm>
          <a:prstGeom prst="rect">
            <a:avLst/>
          </a:prstGeom>
        </p:spPr>
      </p:pic>
      <p:pic>
        <p:nvPicPr>
          <p:cNvPr id="8" name="Picture 7" descr="A close-up of a document&#10;&#10;Description automatically generated">
            <a:extLst>
              <a:ext uri="{FF2B5EF4-FFF2-40B4-BE49-F238E27FC236}">
                <a16:creationId xmlns:a16="http://schemas.microsoft.com/office/drawing/2014/main" id="{683A49C4-44C9-80E4-38ED-2C31308FFB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3767" y="4360794"/>
            <a:ext cx="5468592" cy="167971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218ACC8-D5C2-D997-69BA-9D9BDCB57C9C}"/>
              </a:ext>
            </a:extLst>
          </p:cNvPr>
          <p:cNvSpPr/>
          <p:nvPr/>
        </p:nvSpPr>
        <p:spPr>
          <a:xfrm>
            <a:off x="648449" y="992475"/>
            <a:ext cx="6923125" cy="1701443"/>
          </a:xfrm>
          <a:prstGeom prst="rect">
            <a:avLst/>
          </a:prstGeom>
          <a:noFill/>
          <a:ln w="19050">
            <a:solidFill>
              <a:srgbClr val="3963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8934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73B99-14DD-E011-0194-6BF5F32E7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>
                <a:latin typeface="Arial"/>
                <a:cs typeface="Arial"/>
              </a:rPr>
              <a:t>Configure GPIO pin to input pull-up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5B2D7D-0B3F-DBAC-9CF6-1E681E45F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DAB0F-01A5-4AB0-84E3-BA9DDAF20443}" type="slidenum">
              <a:rPr lang="en-US" smtClean="0"/>
              <a:t>30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861258-7ED0-08C0-90EE-8148850DBE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09e-BM/DT/FSOFT - @FPT SOFTWARE - FPT Software Academy - Internal Use</a:t>
            </a:r>
          </a:p>
        </p:txBody>
      </p:sp>
      <p:pic>
        <p:nvPicPr>
          <p:cNvPr id="6" name="Picture 5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6003EEBE-453E-944A-92DE-745108BA64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3110" y="3163450"/>
            <a:ext cx="5400675" cy="2181225"/>
          </a:xfrm>
          <a:prstGeom prst="rect">
            <a:avLst/>
          </a:prstGeom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2DC0103C-305C-E095-DD58-0D2BE5F284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6815" y="1053784"/>
            <a:ext cx="8400963" cy="141596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spcBef>
                <a:spcPct val="0"/>
              </a:spcBef>
              <a:buNone/>
            </a:pPr>
            <a:r>
              <a:rPr lang="en-US" sz="1400" b="1" u="sng" dirty="0">
                <a:solidFill>
                  <a:schemeClr val="tx1"/>
                </a:solidFill>
                <a:latin typeface="Arial"/>
                <a:cs typeface="Arial"/>
              </a:rPr>
              <a:t>Step1</a:t>
            </a:r>
            <a:r>
              <a:rPr lang="en-US" sz="1400" dirty="0">
                <a:solidFill>
                  <a:schemeClr val="tx1"/>
                </a:solidFill>
                <a:latin typeface="Arial"/>
                <a:cs typeface="Arial"/>
              </a:rPr>
              <a:t>: Configure the bit field </a:t>
            </a:r>
            <a:r>
              <a:rPr lang="en-US" sz="1400" b="1" dirty="0">
                <a:solidFill>
                  <a:srgbClr val="FF0000"/>
                </a:solidFill>
                <a:latin typeface="Arial"/>
                <a:cs typeface="Arial"/>
              </a:rPr>
              <a:t>MUX</a:t>
            </a:r>
            <a:r>
              <a:rPr lang="en-US" sz="1400" dirty="0">
                <a:solidFill>
                  <a:schemeClr val="tx1"/>
                </a:solidFill>
                <a:latin typeface="Arial"/>
                <a:cs typeface="Arial"/>
              </a:rPr>
              <a:t> to GPIO.</a:t>
            </a:r>
            <a:br>
              <a:rPr lang="en-US" sz="1400" dirty="0">
                <a:solidFill>
                  <a:schemeClr val="tx1"/>
                </a:solidFill>
                <a:latin typeface="Arial"/>
                <a:cs typeface="Arial"/>
              </a:rPr>
            </a:br>
            <a:endParaRPr lang="en-US" sz="14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0" indent="0">
              <a:spcBef>
                <a:spcPct val="0"/>
              </a:spcBef>
              <a:buNone/>
            </a:pPr>
            <a:r>
              <a:rPr lang="en-US" sz="1400" b="1" u="sng" dirty="0">
                <a:solidFill>
                  <a:schemeClr val="tx1"/>
                </a:solidFill>
                <a:latin typeface="Arial"/>
                <a:cs typeface="Arial"/>
              </a:rPr>
              <a:t>Step2</a:t>
            </a:r>
            <a:r>
              <a:rPr lang="en-US" sz="1400" dirty="0">
                <a:solidFill>
                  <a:schemeClr val="tx1"/>
                </a:solidFill>
                <a:latin typeface="Arial"/>
                <a:cs typeface="Arial"/>
              </a:rPr>
              <a:t>: Configure the bit field </a:t>
            </a:r>
            <a:r>
              <a:rPr lang="en-US" sz="1400" b="1" dirty="0">
                <a:solidFill>
                  <a:srgbClr val="FF0000"/>
                </a:solidFill>
                <a:latin typeface="Arial"/>
                <a:cs typeface="Arial"/>
              </a:rPr>
              <a:t>PE</a:t>
            </a:r>
            <a:r>
              <a:rPr lang="en-US" sz="1400" dirty="0">
                <a:solidFill>
                  <a:schemeClr val="tx1"/>
                </a:solidFill>
                <a:latin typeface="Arial"/>
                <a:cs typeface="Arial"/>
              </a:rPr>
              <a:t> to pull-up/pull-down Enabled.</a:t>
            </a:r>
          </a:p>
          <a:p>
            <a:pPr marL="0" indent="0">
              <a:spcBef>
                <a:spcPct val="0"/>
              </a:spcBef>
              <a:buNone/>
            </a:pPr>
            <a:endParaRPr lang="en-US" sz="1400" dirty="0">
              <a:solidFill>
                <a:srgbClr val="000000"/>
              </a:solidFill>
              <a:latin typeface="Arial"/>
              <a:cs typeface="Arial"/>
            </a:endParaRPr>
          </a:p>
          <a:p>
            <a:pPr marL="0" indent="0">
              <a:spcBef>
                <a:spcPct val="0"/>
              </a:spcBef>
              <a:buNone/>
            </a:pPr>
            <a:r>
              <a:rPr lang="en-US" sz="1400" b="1" u="sng" dirty="0">
                <a:solidFill>
                  <a:schemeClr val="tx1"/>
                </a:solidFill>
                <a:latin typeface="Arial"/>
                <a:cs typeface="Arial"/>
              </a:rPr>
              <a:t>Step3</a:t>
            </a:r>
            <a:r>
              <a:rPr lang="en-US" sz="1400" dirty="0">
                <a:solidFill>
                  <a:schemeClr val="tx1"/>
                </a:solidFill>
                <a:latin typeface="Arial"/>
                <a:cs typeface="Arial"/>
              </a:rPr>
              <a:t>: Configure the bit field </a:t>
            </a:r>
            <a:r>
              <a:rPr lang="en-US" sz="1400" b="1" dirty="0">
                <a:solidFill>
                  <a:srgbClr val="FF0000"/>
                </a:solidFill>
                <a:latin typeface="Arial"/>
                <a:cs typeface="Arial"/>
              </a:rPr>
              <a:t>PS</a:t>
            </a:r>
            <a:r>
              <a:rPr lang="en-US" sz="1400" dirty="0">
                <a:solidFill>
                  <a:schemeClr val="tx1"/>
                </a:solidFill>
                <a:latin typeface="Arial"/>
                <a:cs typeface="Arial"/>
              </a:rPr>
              <a:t> to </a:t>
            </a:r>
            <a:r>
              <a:rPr lang="en-US" sz="1400" u="sng" dirty="0">
                <a:solidFill>
                  <a:schemeClr val="tx1"/>
                </a:solidFill>
                <a:latin typeface="Arial"/>
                <a:cs typeface="Arial"/>
              </a:rPr>
              <a:t>pull-up</a:t>
            </a:r>
            <a:r>
              <a:rPr lang="en-US" sz="1400" dirty="0">
                <a:solidFill>
                  <a:schemeClr val="tx1"/>
                </a:solidFill>
                <a:latin typeface="Arial"/>
                <a:cs typeface="Arial"/>
              </a:rPr>
              <a:t> Enabled.</a:t>
            </a:r>
          </a:p>
          <a:p>
            <a:pPr marL="0" indent="0">
              <a:spcBef>
                <a:spcPct val="0"/>
              </a:spcBef>
              <a:buNone/>
            </a:pPr>
            <a:br>
              <a:rPr lang="en-US" sz="1400" dirty="0">
                <a:solidFill>
                  <a:schemeClr val="tx1"/>
                </a:solidFill>
                <a:latin typeface="Arial"/>
                <a:cs typeface="Arial"/>
              </a:rPr>
            </a:br>
            <a:r>
              <a:rPr lang="en-US" sz="1400" b="1" u="sng" dirty="0">
                <a:solidFill>
                  <a:schemeClr val="tx1"/>
                </a:solidFill>
                <a:latin typeface="Arial"/>
                <a:cs typeface="Arial"/>
              </a:rPr>
              <a:t>Step4</a:t>
            </a:r>
            <a:r>
              <a:rPr lang="en-US" sz="1400" dirty="0">
                <a:solidFill>
                  <a:schemeClr val="tx1"/>
                </a:solidFill>
                <a:latin typeface="Arial"/>
                <a:cs typeface="Arial"/>
              </a:rPr>
              <a:t>: Configure the bit field </a:t>
            </a:r>
            <a:r>
              <a:rPr lang="en-US" sz="1400" b="1" dirty="0">
                <a:solidFill>
                  <a:srgbClr val="00B050"/>
                </a:solidFill>
                <a:latin typeface="Arial"/>
                <a:cs typeface="Arial"/>
              </a:rPr>
              <a:t>PDD</a:t>
            </a:r>
            <a:r>
              <a:rPr lang="en-US" sz="1400" dirty="0">
                <a:solidFill>
                  <a:schemeClr val="tx1"/>
                </a:solidFill>
                <a:latin typeface="Arial"/>
                <a:cs typeface="Arial"/>
              </a:rPr>
              <a:t>  in  </a:t>
            </a:r>
            <a:r>
              <a:rPr lang="en-US" sz="1400" dirty="0" err="1">
                <a:solidFill>
                  <a:schemeClr val="tx1"/>
                </a:solidFill>
                <a:latin typeface="Arial"/>
                <a:cs typeface="Arial"/>
              </a:rPr>
              <a:t>GPIOx_PDDR</a:t>
            </a:r>
            <a:r>
              <a:rPr lang="en-US" sz="1400" dirty="0">
                <a:solidFill>
                  <a:schemeClr val="tx1"/>
                </a:solidFill>
                <a:latin typeface="Arial"/>
                <a:cs typeface="Arial"/>
              </a:rPr>
              <a:t> pin as input</a:t>
            </a:r>
            <a:br>
              <a:rPr lang="en-US" sz="1400" dirty="0">
                <a:solidFill>
                  <a:schemeClr val="tx1"/>
                </a:solidFill>
                <a:latin typeface="Arial"/>
                <a:cs typeface="Arial"/>
              </a:rPr>
            </a:br>
            <a:endParaRPr lang="en-US" sz="14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457200" indent="-457200">
              <a:spcBef>
                <a:spcPct val="0"/>
              </a:spcBef>
              <a:buFont typeface="Arial,Sans-Serif"/>
              <a:buChar char="•"/>
            </a:pPr>
            <a:endParaRPr lang="en-US" sz="1400" dirty="0">
              <a:solidFill>
                <a:srgbClr val="000000"/>
              </a:solidFill>
              <a:latin typeface="Arial"/>
              <a:cs typeface="Arial"/>
            </a:endParaRPr>
          </a:p>
          <a:p>
            <a:pPr marL="0" indent="0">
              <a:spcBef>
                <a:spcPct val="0"/>
              </a:spcBef>
              <a:buNone/>
            </a:pPr>
            <a:endParaRPr lang="en-US" sz="16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25CF481-A1CE-1CDC-6731-AC28DA3AC4E9}"/>
              </a:ext>
            </a:extLst>
          </p:cNvPr>
          <p:cNvSpPr/>
          <p:nvPr/>
        </p:nvSpPr>
        <p:spPr>
          <a:xfrm>
            <a:off x="648449" y="992475"/>
            <a:ext cx="6923125" cy="1701443"/>
          </a:xfrm>
          <a:prstGeom prst="rect">
            <a:avLst/>
          </a:prstGeom>
          <a:noFill/>
          <a:ln w="19050">
            <a:solidFill>
              <a:srgbClr val="3963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2751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73B99-14DD-E011-0194-6BF5F32E7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>
                <a:latin typeface="Arial"/>
                <a:cs typeface="Arial"/>
              </a:rPr>
              <a:t>Configure GPIO pin to input pull-down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33E785-248B-14D7-5041-76BE47EED2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6815" y="1053784"/>
            <a:ext cx="8400963" cy="141596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spcBef>
                <a:spcPct val="0"/>
              </a:spcBef>
              <a:buNone/>
            </a:pPr>
            <a:r>
              <a:rPr lang="en-US" sz="1400" b="1" u="sng" dirty="0">
                <a:solidFill>
                  <a:schemeClr val="tx1"/>
                </a:solidFill>
                <a:latin typeface="Arial"/>
                <a:cs typeface="Arial"/>
              </a:rPr>
              <a:t>Step1</a:t>
            </a:r>
            <a:r>
              <a:rPr lang="en-US" sz="1400" dirty="0">
                <a:solidFill>
                  <a:schemeClr val="tx1"/>
                </a:solidFill>
                <a:latin typeface="Arial"/>
                <a:cs typeface="Arial"/>
              </a:rPr>
              <a:t>: Configure the bit field </a:t>
            </a:r>
            <a:r>
              <a:rPr lang="en-US" sz="1400" b="1" dirty="0">
                <a:solidFill>
                  <a:srgbClr val="FF0000"/>
                </a:solidFill>
                <a:latin typeface="Arial"/>
                <a:cs typeface="Arial"/>
              </a:rPr>
              <a:t>MUX</a:t>
            </a:r>
            <a:r>
              <a:rPr lang="en-US" sz="1400" dirty="0">
                <a:solidFill>
                  <a:schemeClr val="tx1"/>
                </a:solidFill>
                <a:latin typeface="Arial"/>
                <a:cs typeface="Arial"/>
              </a:rPr>
              <a:t> to GPIO.</a:t>
            </a:r>
            <a:br>
              <a:rPr lang="en-US" sz="1400" dirty="0">
                <a:solidFill>
                  <a:schemeClr val="tx1"/>
                </a:solidFill>
                <a:latin typeface="Arial"/>
                <a:cs typeface="Arial"/>
              </a:rPr>
            </a:br>
            <a:endParaRPr lang="en-US" sz="14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0" indent="0">
              <a:spcBef>
                <a:spcPct val="0"/>
              </a:spcBef>
              <a:buNone/>
            </a:pPr>
            <a:r>
              <a:rPr lang="en-US" sz="1400" b="1" u="sng" dirty="0">
                <a:solidFill>
                  <a:schemeClr val="tx1"/>
                </a:solidFill>
                <a:latin typeface="Arial"/>
                <a:cs typeface="Arial"/>
              </a:rPr>
              <a:t>Step2</a:t>
            </a:r>
            <a:r>
              <a:rPr lang="en-US" sz="1400" dirty="0">
                <a:solidFill>
                  <a:schemeClr val="tx1"/>
                </a:solidFill>
                <a:latin typeface="Arial"/>
                <a:cs typeface="Arial"/>
              </a:rPr>
              <a:t>: Configure the bit field </a:t>
            </a:r>
            <a:r>
              <a:rPr lang="en-US" sz="1400" b="1" dirty="0">
                <a:solidFill>
                  <a:srgbClr val="FF0000"/>
                </a:solidFill>
                <a:latin typeface="Arial"/>
                <a:cs typeface="Arial"/>
              </a:rPr>
              <a:t>PE</a:t>
            </a:r>
            <a:r>
              <a:rPr lang="en-US" sz="1400" dirty="0">
                <a:solidFill>
                  <a:schemeClr val="tx1"/>
                </a:solidFill>
                <a:latin typeface="Arial"/>
                <a:cs typeface="Arial"/>
              </a:rPr>
              <a:t> to pull-up/pull-down Enabled.</a:t>
            </a:r>
          </a:p>
          <a:p>
            <a:pPr marL="0" indent="0">
              <a:spcBef>
                <a:spcPct val="0"/>
              </a:spcBef>
              <a:buNone/>
            </a:pPr>
            <a:endParaRPr lang="en-US" sz="1400" dirty="0">
              <a:solidFill>
                <a:srgbClr val="000000"/>
              </a:solidFill>
              <a:latin typeface="Arial"/>
              <a:cs typeface="Arial"/>
            </a:endParaRPr>
          </a:p>
          <a:p>
            <a:pPr marL="0" indent="0">
              <a:spcBef>
                <a:spcPct val="0"/>
              </a:spcBef>
              <a:buNone/>
            </a:pPr>
            <a:r>
              <a:rPr lang="en-US" sz="1400" b="1" u="sng" dirty="0">
                <a:solidFill>
                  <a:schemeClr val="tx1"/>
                </a:solidFill>
                <a:latin typeface="Arial"/>
                <a:cs typeface="Arial"/>
              </a:rPr>
              <a:t>Step3</a:t>
            </a:r>
            <a:r>
              <a:rPr lang="en-US" sz="1400" dirty="0">
                <a:solidFill>
                  <a:schemeClr val="tx1"/>
                </a:solidFill>
                <a:latin typeface="Arial"/>
                <a:cs typeface="Arial"/>
              </a:rPr>
              <a:t>: Configure the bit field </a:t>
            </a:r>
            <a:r>
              <a:rPr lang="en-US" sz="1400" b="1" dirty="0">
                <a:solidFill>
                  <a:srgbClr val="FF0000"/>
                </a:solidFill>
                <a:latin typeface="Arial"/>
                <a:cs typeface="Arial"/>
              </a:rPr>
              <a:t>PS</a:t>
            </a:r>
            <a:r>
              <a:rPr lang="en-US" sz="1400" dirty="0">
                <a:solidFill>
                  <a:schemeClr val="tx1"/>
                </a:solidFill>
                <a:latin typeface="Arial"/>
                <a:cs typeface="Arial"/>
              </a:rPr>
              <a:t> to </a:t>
            </a:r>
            <a:r>
              <a:rPr lang="en-US" sz="1400" u="sng" dirty="0">
                <a:solidFill>
                  <a:schemeClr val="tx1"/>
                </a:solidFill>
                <a:latin typeface="Arial"/>
                <a:cs typeface="Arial"/>
              </a:rPr>
              <a:t>pull-down</a:t>
            </a:r>
            <a:r>
              <a:rPr lang="en-US" sz="1400" dirty="0">
                <a:solidFill>
                  <a:schemeClr val="tx1"/>
                </a:solidFill>
                <a:latin typeface="Arial"/>
                <a:cs typeface="Arial"/>
              </a:rPr>
              <a:t> Enabled.</a:t>
            </a:r>
          </a:p>
          <a:p>
            <a:pPr marL="0" indent="0">
              <a:spcBef>
                <a:spcPct val="0"/>
              </a:spcBef>
              <a:buNone/>
            </a:pPr>
            <a:br>
              <a:rPr lang="en-US" sz="1400" dirty="0">
                <a:solidFill>
                  <a:schemeClr val="tx1"/>
                </a:solidFill>
                <a:latin typeface="Arial"/>
                <a:cs typeface="Arial"/>
              </a:rPr>
            </a:br>
            <a:r>
              <a:rPr lang="en-US" sz="1400" b="1" u="sng" dirty="0">
                <a:solidFill>
                  <a:schemeClr val="tx1"/>
                </a:solidFill>
                <a:latin typeface="Arial"/>
                <a:cs typeface="Arial"/>
              </a:rPr>
              <a:t>Step4</a:t>
            </a:r>
            <a:r>
              <a:rPr lang="en-US" sz="1400" dirty="0">
                <a:solidFill>
                  <a:schemeClr val="tx1"/>
                </a:solidFill>
                <a:latin typeface="Arial"/>
                <a:cs typeface="Arial"/>
              </a:rPr>
              <a:t>: Configure the bit field </a:t>
            </a:r>
            <a:r>
              <a:rPr lang="en-US" sz="1400" b="1" dirty="0">
                <a:solidFill>
                  <a:srgbClr val="00B050"/>
                </a:solidFill>
                <a:latin typeface="Arial"/>
                <a:cs typeface="Arial"/>
              </a:rPr>
              <a:t>PDD</a:t>
            </a:r>
            <a:r>
              <a:rPr lang="en-US" sz="1400" dirty="0">
                <a:solidFill>
                  <a:schemeClr val="tx1"/>
                </a:solidFill>
                <a:latin typeface="Arial"/>
                <a:cs typeface="Arial"/>
              </a:rPr>
              <a:t>  in  </a:t>
            </a:r>
            <a:r>
              <a:rPr lang="en-US" sz="1400" dirty="0" err="1">
                <a:solidFill>
                  <a:schemeClr val="tx1"/>
                </a:solidFill>
                <a:latin typeface="Arial"/>
                <a:cs typeface="Arial"/>
              </a:rPr>
              <a:t>GPIOx_PDDR</a:t>
            </a:r>
            <a:r>
              <a:rPr lang="en-US" sz="1400" dirty="0">
                <a:solidFill>
                  <a:schemeClr val="tx1"/>
                </a:solidFill>
                <a:latin typeface="Arial"/>
                <a:cs typeface="Arial"/>
              </a:rPr>
              <a:t> pin as input</a:t>
            </a:r>
            <a:br>
              <a:rPr lang="en-US" sz="1400" dirty="0">
                <a:solidFill>
                  <a:schemeClr val="tx1"/>
                </a:solidFill>
                <a:latin typeface="Arial"/>
                <a:cs typeface="Arial"/>
              </a:rPr>
            </a:br>
            <a:endParaRPr lang="en-US" sz="14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457200" indent="-457200">
              <a:spcBef>
                <a:spcPct val="0"/>
              </a:spcBef>
              <a:buFont typeface="Arial,Sans-Serif"/>
              <a:buChar char="•"/>
            </a:pPr>
            <a:endParaRPr lang="en-US" sz="1400" dirty="0">
              <a:solidFill>
                <a:srgbClr val="000000"/>
              </a:solidFill>
              <a:latin typeface="Arial"/>
              <a:cs typeface="Arial"/>
            </a:endParaRPr>
          </a:p>
          <a:p>
            <a:pPr marL="0" indent="0">
              <a:spcBef>
                <a:spcPct val="0"/>
              </a:spcBef>
              <a:buNone/>
            </a:pPr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5B2D7D-0B3F-DBAC-9CF6-1E681E45F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DAB0F-01A5-4AB0-84E3-BA9DDAF20443}" type="slidenum">
              <a:rPr lang="en-US" smtClean="0"/>
              <a:t>31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861258-7ED0-08C0-90EE-8148850DBE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09e-BM/DT/FSOFT - @FPT SOFTWARE - FPT Software Academy - Internal Use</a:t>
            </a:r>
          </a:p>
        </p:txBody>
      </p:sp>
      <p:pic>
        <p:nvPicPr>
          <p:cNvPr id="7" name="Picture 6" descr="A white and black diagram with red text&#10;&#10;Description automatically generated">
            <a:extLst>
              <a:ext uri="{FF2B5EF4-FFF2-40B4-BE49-F238E27FC236}">
                <a16:creationId xmlns:a16="http://schemas.microsoft.com/office/drawing/2014/main" id="{CBE82D96-3EEB-DF95-01A8-E636FCA9AB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7178" y="2696889"/>
            <a:ext cx="6151507" cy="1629760"/>
          </a:xfrm>
          <a:prstGeom prst="rect">
            <a:avLst/>
          </a:prstGeom>
        </p:spPr>
      </p:pic>
      <p:pic>
        <p:nvPicPr>
          <p:cNvPr id="8" name="Picture 7" descr="A close-up of a document&#10;&#10;Description automatically generated">
            <a:extLst>
              <a:ext uri="{FF2B5EF4-FFF2-40B4-BE49-F238E27FC236}">
                <a16:creationId xmlns:a16="http://schemas.microsoft.com/office/drawing/2014/main" id="{6F90C07F-16E1-B127-6CD6-6AB3C2D3F9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695" y="4442591"/>
            <a:ext cx="5210175" cy="16002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4BA9020-F6F5-D534-B139-E74ACA107632}"/>
              </a:ext>
            </a:extLst>
          </p:cNvPr>
          <p:cNvSpPr/>
          <p:nvPr/>
        </p:nvSpPr>
        <p:spPr>
          <a:xfrm>
            <a:off x="648449" y="992475"/>
            <a:ext cx="6923125" cy="1701443"/>
          </a:xfrm>
          <a:prstGeom prst="rect">
            <a:avLst/>
          </a:prstGeom>
          <a:noFill/>
          <a:ln w="19050">
            <a:solidFill>
              <a:srgbClr val="3963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40063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73B99-14DD-E011-0194-6BF5F32E7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>
                <a:latin typeface="Arial"/>
                <a:cs typeface="Arial"/>
              </a:rPr>
              <a:t>Configure GPIO pin to input pull-down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33E785-248B-14D7-5041-76BE47EED2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6815" y="1053784"/>
            <a:ext cx="8400963" cy="141596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spcBef>
                <a:spcPct val="0"/>
              </a:spcBef>
              <a:buNone/>
            </a:pPr>
            <a:r>
              <a:rPr lang="en-US" sz="1400" b="1" u="sng" dirty="0">
                <a:solidFill>
                  <a:schemeClr val="tx1"/>
                </a:solidFill>
                <a:latin typeface="Arial"/>
                <a:cs typeface="Arial"/>
              </a:rPr>
              <a:t>Step1</a:t>
            </a:r>
            <a:r>
              <a:rPr lang="en-US" sz="1400" dirty="0">
                <a:solidFill>
                  <a:schemeClr val="tx1"/>
                </a:solidFill>
                <a:latin typeface="Arial"/>
                <a:cs typeface="Arial"/>
              </a:rPr>
              <a:t>: Configure the bit field </a:t>
            </a:r>
            <a:r>
              <a:rPr lang="en-US" sz="1400" b="1" dirty="0">
                <a:solidFill>
                  <a:srgbClr val="FF0000"/>
                </a:solidFill>
                <a:latin typeface="Arial"/>
                <a:cs typeface="Arial"/>
              </a:rPr>
              <a:t>MUX</a:t>
            </a:r>
            <a:r>
              <a:rPr lang="en-US" sz="1400" dirty="0">
                <a:solidFill>
                  <a:schemeClr val="tx1"/>
                </a:solidFill>
                <a:latin typeface="Arial"/>
                <a:cs typeface="Arial"/>
              </a:rPr>
              <a:t> to GPIO.</a:t>
            </a:r>
            <a:br>
              <a:rPr lang="en-US" sz="1400" dirty="0">
                <a:solidFill>
                  <a:schemeClr val="tx1"/>
                </a:solidFill>
                <a:latin typeface="Arial"/>
                <a:cs typeface="Arial"/>
              </a:rPr>
            </a:br>
            <a:endParaRPr lang="en-US" sz="14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0" indent="0">
              <a:spcBef>
                <a:spcPct val="0"/>
              </a:spcBef>
              <a:buNone/>
            </a:pPr>
            <a:r>
              <a:rPr lang="en-US" sz="1400" b="1" u="sng" dirty="0">
                <a:solidFill>
                  <a:schemeClr val="tx1"/>
                </a:solidFill>
                <a:latin typeface="Arial"/>
                <a:cs typeface="Arial"/>
              </a:rPr>
              <a:t>Step2</a:t>
            </a:r>
            <a:r>
              <a:rPr lang="en-US" sz="1400" dirty="0">
                <a:solidFill>
                  <a:schemeClr val="tx1"/>
                </a:solidFill>
                <a:latin typeface="Arial"/>
                <a:cs typeface="Arial"/>
              </a:rPr>
              <a:t>: Configure the bit field </a:t>
            </a:r>
            <a:r>
              <a:rPr lang="en-US" sz="1400" b="1" dirty="0">
                <a:solidFill>
                  <a:srgbClr val="FF0000"/>
                </a:solidFill>
                <a:latin typeface="Arial"/>
                <a:cs typeface="Arial"/>
              </a:rPr>
              <a:t>PE</a:t>
            </a:r>
            <a:r>
              <a:rPr lang="en-US" sz="1400" dirty="0">
                <a:solidFill>
                  <a:schemeClr val="tx1"/>
                </a:solidFill>
                <a:latin typeface="Arial"/>
                <a:cs typeface="Arial"/>
              </a:rPr>
              <a:t> to pull-up/pull-down Enabled.</a:t>
            </a:r>
          </a:p>
          <a:p>
            <a:pPr marL="0" indent="0">
              <a:spcBef>
                <a:spcPct val="0"/>
              </a:spcBef>
              <a:buNone/>
            </a:pPr>
            <a:endParaRPr lang="en-US" sz="1400" dirty="0">
              <a:solidFill>
                <a:srgbClr val="000000"/>
              </a:solidFill>
              <a:latin typeface="Arial"/>
              <a:cs typeface="Arial"/>
            </a:endParaRPr>
          </a:p>
          <a:p>
            <a:pPr marL="0" indent="0">
              <a:spcBef>
                <a:spcPct val="0"/>
              </a:spcBef>
              <a:buNone/>
            </a:pPr>
            <a:r>
              <a:rPr lang="en-US" sz="1400" b="1" u="sng" dirty="0">
                <a:solidFill>
                  <a:schemeClr val="tx1"/>
                </a:solidFill>
                <a:latin typeface="Arial"/>
                <a:cs typeface="Arial"/>
              </a:rPr>
              <a:t>Step3</a:t>
            </a:r>
            <a:r>
              <a:rPr lang="en-US" sz="1400" dirty="0">
                <a:solidFill>
                  <a:schemeClr val="tx1"/>
                </a:solidFill>
                <a:latin typeface="Arial"/>
                <a:cs typeface="Arial"/>
              </a:rPr>
              <a:t>: Configure the bit field </a:t>
            </a:r>
            <a:r>
              <a:rPr lang="en-US" sz="1400" b="1" dirty="0">
                <a:solidFill>
                  <a:srgbClr val="FF0000"/>
                </a:solidFill>
                <a:latin typeface="Arial"/>
                <a:cs typeface="Arial"/>
              </a:rPr>
              <a:t>PS</a:t>
            </a:r>
            <a:r>
              <a:rPr lang="en-US" sz="1400" dirty="0">
                <a:solidFill>
                  <a:schemeClr val="tx1"/>
                </a:solidFill>
                <a:latin typeface="Arial"/>
                <a:cs typeface="Arial"/>
              </a:rPr>
              <a:t> to </a:t>
            </a:r>
            <a:r>
              <a:rPr lang="en-US" sz="1400" u="sng" dirty="0">
                <a:solidFill>
                  <a:schemeClr val="tx1"/>
                </a:solidFill>
                <a:latin typeface="Arial"/>
                <a:cs typeface="Arial"/>
              </a:rPr>
              <a:t>pull-down</a:t>
            </a:r>
            <a:r>
              <a:rPr lang="en-US" sz="1400" dirty="0">
                <a:solidFill>
                  <a:schemeClr val="tx1"/>
                </a:solidFill>
                <a:latin typeface="Arial"/>
                <a:cs typeface="Arial"/>
              </a:rPr>
              <a:t> Enabled.</a:t>
            </a:r>
          </a:p>
          <a:p>
            <a:pPr marL="0" indent="0">
              <a:spcBef>
                <a:spcPct val="0"/>
              </a:spcBef>
              <a:buNone/>
            </a:pPr>
            <a:br>
              <a:rPr lang="en-US" sz="1400" dirty="0">
                <a:solidFill>
                  <a:schemeClr val="tx1"/>
                </a:solidFill>
                <a:latin typeface="Arial"/>
                <a:cs typeface="Arial"/>
              </a:rPr>
            </a:br>
            <a:r>
              <a:rPr lang="en-US" sz="1400" b="1" u="sng" dirty="0">
                <a:solidFill>
                  <a:schemeClr val="tx1"/>
                </a:solidFill>
                <a:latin typeface="Arial"/>
                <a:cs typeface="Arial"/>
              </a:rPr>
              <a:t>Step4</a:t>
            </a:r>
            <a:r>
              <a:rPr lang="en-US" sz="1400" dirty="0">
                <a:solidFill>
                  <a:schemeClr val="tx1"/>
                </a:solidFill>
                <a:latin typeface="Arial"/>
                <a:cs typeface="Arial"/>
              </a:rPr>
              <a:t>: Configure the bit field </a:t>
            </a:r>
            <a:r>
              <a:rPr lang="en-US" sz="1400" b="1" dirty="0">
                <a:solidFill>
                  <a:srgbClr val="00B050"/>
                </a:solidFill>
                <a:latin typeface="Arial"/>
                <a:cs typeface="Arial"/>
              </a:rPr>
              <a:t>PDD</a:t>
            </a:r>
            <a:r>
              <a:rPr lang="en-US" sz="1400" dirty="0">
                <a:solidFill>
                  <a:schemeClr val="tx1"/>
                </a:solidFill>
                <a:latin typeface="Arial"/>
                <a:cs typeface="Arial"/>
              </a:rPr>
              <a:t>  in  </a:t>
            </a:r>
            <a:r>
              <a:rPr lang="en-US" sz="1400" dirty="0" err="1">
                <a:solidFill>
                  <a:schemeClr val="tx1"/>
                </a:solidFill>
                <a:latin typeface="Arial"/>
                <a:cs typeface="Arial"/>
              </a:rPr>
              <a:t>GPIOx_PDDR</a:t>
            </a:r>
            <a:r>
              <a:rPr lang="en-US" sz="1400" dirty="0">
                <a:solidFill>
                  <a:schemeClr val="tx1"/>
                </a:solidFill>
                <a:latin typeface="Arial"/>
                <a:cs typeface="Arial"/>
              </a:rPr>
              <a:t> pin as input</a:t>
            </a:r>
            <a:br>
              <a:rPr lang="en-US" sz="1400" dirty="0">
                <a:solidFill>
                  <a:schemeClr val="tx1"/>
                </a:solidFill>
                <a:latin typeface="Arial"/>
                <a:cs typeface="Arial"/>
              </a:rPr>
            </a:br>
            <a:endParaRPr lang="en-US" sz="14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457200" indent="-457200">
              <a:spcBef>
                <a:spcPct val="0"/>
              </a:spcBef>
              <a:buFont typeface="Arial,Sans-Serif"/>
              <a:buChar char="•"/>
            </a:pPr>
            <a:endParaRPr lang="en-US" sz="1400" dirty="0">
              <a:solidFill>
                <a:srgbClr val="000000"/>
              </a:solidFill>
              <a:latin typeface="Arial"/>
              <a:cs typeface="Arial"/>
            </a:endParaRPr>
          </a:p>
          <a:p>
            <a:pPr marL="0" indent="0">
              <a:spcBef>
                <a:spcPct val="0"/>
              </a:spcBef>
              <a:buNone/>
            </a:pPr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5B2D7D-0B3F-DBAC-9CF6-1E681E45F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DAB0F-01A5-4AB0-84E3-BA9DDAF20443}" type="slidenum">
              <a:rPr lang="en-US" smtClean="0"/>
              <a:t>32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861258-7ED0-08C0-90EE-8148850DBE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09e-BM/DT/FSOFT - @FPT SOFTWARE - FPT Software Academy - Internal Use</a:t>
            </a:r>
          </a:p>
        </p:txBody>
      </p:sp>
      <p:pic>
        <p:nvPicPr>
          <p:cNvPr id="6" name="Picture 5" descr="A computer code with text&#10;&#10;Description automatically generated">
            <a:extLst>
              <a:ext uri="{FF2B5EF4-FFF2-40B4-BE49-F238E27FC236}">
                <a16:creationId xmlns:a16="http://schemas.microsoft.com/office/drawing/2014/main" id="{8F764751-FACD-2F97-97E9-76893C3DDD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5093" y="2976964"/>
            <a:ext cx="6172802" cy="249964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2233D6C-2ADE-EA65-FF2B-058399729426}"/>
              </a:ext>
            </a:extLst>
          </p:cNvPr>
          <p:cNvSpPr/>
          <p:nvPr/>
        </p:nvSpPr>
        <p:spPr>
          <a:xfrm>
            <a:off x="648449" y="992475"/>
            <a:ext cx="6923125" cy="1701443"/>
          </a:xfrm>
          <a:prstGeom prst="rect">
            <a:avLst/>
          </a:prstGeom>
          <a:noFill/>
          <a:ln w="19050">
            <a:solidFill>
              <a:srgbClr val="3963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7472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CA194FB-EA5A-4C5E-89D4-46FBEFA20841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en-US" sz="4400">
                <a:latin typeface="Arial" panose="020B0604020202020204" pitchFamily="34" charset="0"/>
                <a:cs typeface="Arial" panose="020B0604020202020204" pitchFamily="34" charset="0"/>
              </a:rPr>
              <a:t>Lesson Summary</a:t>
            </a:r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6D104B9-AFA2-4DC5-B0DC-1C9BE72003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5496" y="1148972"/>
            <a:ext cx="10618304" cy="191042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50000"/>
              </a:lnSpc>
              <a:buFont typeface="Wingdings"/>
              <a:buChar char="§"/>
            </a:pPr>
            <a:r>
              <a:rPr lang="en-US" altLang="en-US" i="1" dirty="0">
                <a:latin typeface="Arial"/>
                <a:cs typeface="Arial"/>
              </a:rPr>
              <a:t>Overview information about </a:t>
            </a:r>
            <a:r>
              <a:rPr lang="en-US" altLang="en-US" b="1" i="1" dirty="0">
                <a:latin typeface="Arial"/>
                <a:cs typeface="Arial"/>
              </a:rPr>
              <a:t>GPIO.</a:t>
            </a:r>
            <a:endParaRPr lang="en-US"/>
          </a:p>
          <a:p>
            <a:pPr>
              <a:lnSpc>
                <a:spcPct val="150000"/>
              </a:lnSpc>
              <a:buFont typeface="Wingdings"/>
              <a:buChar char="§"/>
            </a:pPr>
            <a:r>
              <a:rPr lang="en-US" altLang="en-US" i="1" dirty="0">
                <a:latin typeface="Arial"/>
                <a:cs typeface="Arial"/>
              </a:rPr>
              <a:t>Understanding about </a:t>
            </a:r>
            <a:r>
              <a:rPr lang="en-US" altLang="en-US" b="1" i="1" dirty="0">
                <a:latin typeface="Arial"/>
                <a:cs typeface="Arial"/>
              </a:rPr>
              <a:t>types of GPIO.</a:t>
            </a:r>
          </a:p>
          <a:p>
            <a:pPr>
              <a:lnSpc>
                <a:spcPct val="150000"/>
              </a:lnSpc>
              <a:buFont typeface="Wingdings"/>
              <a:buChar char="§"/>
            </a:pPr>
            <a:r>
              <a:rPr lang="en-US" altLang="en-US" i="1" dirty="0">
                <a:latin typeface="Arial"/>
                <a:cs typeface="Arial"/>
              </a:rPr>
              <a:t>Know how to </a:t>
            </a:r>
            <a:r>
              <a:rPr lang="en-US" altLang="en-US" b="1" i="1" dirty="0">
                <a:latin typeface="Arial"/>
                <a:cs typeface="Arial"/>
              </a:rPr>
              <a:t>configure GPIO</a:t>
            </a:r>
            <a:r>
              <a:rPr lang="en-US" altLang="en-US" i="1" dirty="0">
                <a:latin typeface="Arial"/>
                <a:cs typeface="Arial"/>
              </a:rPr>
              <a:t> as </a:t>
            </a:r>
            <a:r>
              <a:rPr lang="en-US" altLang="en-US" b="1" i="1" dirty="0">
                <a:latin typeface="Arial"/>
                <a:cs typeface="Arial"/>
              </a:rPr>
              <a:t>input</a:t>
            </a:r>
            <a:r>
              <a:rPr lang="en-US" altLang="en-US" i="1" dirty="0">
                <a:latin typeface="Arial"/>
                <a:cs typeface="Arial"/>
              </a:rPr>
              <a:t> or </a:t>
            </a:r>
            <a:r>
              <a:rPr lang="en-US" altLang="en-US" b="1" i="1" dirty="0">
                <a:latin typeface="Arial"/>
                <a:cs typeface="Arial"/>
              </a:rPr>
              <a:t>output.</a:t>
            </a:r>
            <a:endParaRPr lang="en-US" altLang="en-US" b="1" i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F25227-877E-4E94-881F-58C373EBA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DAB0F-01A5-4AB0-84E3-BA9DDAF20443}" type="slidenum">
              <a:rPr lang="en-US" smtClean="0"/>
              <a:t>33</a:t>
            </a:fld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AA92CF5-0EAD-4560-BEE1-0A248980AE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09e-BM/DT/FSOFT - @FPT SOFTWARE - FPT Software Academy - Internal Use</a:t>
            </a:r>
          </a:p>
        </p:txBody>
      </p:sp>
    </p:spTree>
    <p:extLst>
      <p:ext uri="{BB962C8B-B14F-4D97-AF65-F5344CB8AC3E}">
        <p14:creationId xmlns:p14="http://schemas.microsoft.com/office/powerpoint/2010/main" val="1647851770"/>
      </p:ext>
    </p:extLst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CA194FB-EA5A-4C5E-89D4-46FBEFA208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2737" y="1908181"/>
            <a:ext cx="6528619" cy="2393760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altLang="en-US" sz="7200">
                <a:latin typeface="Arial" panose="020B0604020202020204" pitchFamily="34" charset="0"/>
                <a:cs typeface="Arial" panose="020B0604020202020204" pitchFamily="34" charset="0"/>
              </a:rPr>
              <a:t>THANK YOU!</a:t>
            </a:r>
            <a:endParaRPr lang="en-US" sz="88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5538FD-282F-4D83-A27C-8564589675E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9BD79DE-D5B1-43D7-B4E7-964F37060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09e-BM/DT/FSOFT - @FPT SOFTWARE - FPT </a:t>
            </a:r>
            <a:r>
              <a:rPr lang="en-US"/>
              <a:t>Software Academy </a:t>
            </a:r>
            <a:r>
              <a:rPr lang="en-US" dirty="0"/>
              <a:t>- Internal Use</a:t>
            </a:r>
          </a:p>
        </p:txBody>
      </p:sp>
    </p:spTree>
    <p:extLst>
      <p:ext uri="{BB962C8B-B14F-4D97-AF65-F5344CB8AC3E}">
        <p14:creationId xmlns:p14="http://schemas.microsoft.com/office/powerpoint/2010/main" val="1397771673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FA_2">
      <a:dk1>
        <a:sysClr val="windowText" lastClr="000000"/>
      </a:dk1>
      <a:lt1>
        <a:sysClr val="window" lastClr="FFFFFF"/>
      </a:lt1>
      <a:dk2>
        <a:srgbClr val="373545"/>
      </a:dk2>
      <a:lt2>
        <a:srgbClr val="C5E799"/>
      </a:lt2>
      <a:accent1>
        <a:srgbClr val="0070C0"/>
      </a:accent1>
      <a:accent2>
        <a:srgbClr val="50771B"/>
      </a:accent2>
      <a:accent3>
        <a:srgbClr val="75BDA7"/>
      </a:accent3>
      <a:accent4>
        <a:srgbClr val="A9DB66"/>
      </a:accent4>
      <a:accent5>
        <a:srgbClr val="84ACB6"/>
      </a:accent5>
      <a:accent6>
        <a:srgbClr val="774D0F"/>
      </a:accent6>
      <a:hlink>
        <a:srgbClr val="6B9F25"/>
      </a:hlink>
      <a:folHlink>
        <a:srgbClr val="9F6715"/>
      </a:folHlink>
    </a:clrScheme>
    <a:fontScheme name="FA_Template_Slide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4d22854-e306-478f-bdc8-d341a49ba7cf" xsi:nil="true"/>
    <lcf76f155ced4ddcb4097134ff3c332f xmlns="fdf7c76c-27fb-4e64-a31b-b327cd9dae2a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528CF09F394974384566E65EE47413A" ma:contentTypeVersion="14" ma:contentTypeDescription="Create a new document." ma:contentTypeScope="" ma:versionID="c6d78710b4f2cee081392a27cf5a4d7f">
  <xsd:schema xmlns:xsd="http://www.w3.org/2001/XMLSchema" xmlns:xs="http://www.w3.org/2001/XMLSchema" xmlns:p="http://schemas.microsoft.com/office/2006/metadata/properties" xmlns:ns2="fdf7c76c-27fb-4e64-a31b-b327cd9dae2a" xmlns:ns3="14d22854-e306-478f-bdc8-d341a49ba7cf" targetNamespace="http://schemas.microsoft.com/office/2006/metadata/properties" ma:root="true" ma:fieldsID="66fe714d580a602d1fa2de693afc7a8a" ns2:_="" ns3:_="">
    <xsd:import namespace="fdf7c76c-27fb-4e64-a31b-b327cd9dae2a"/>
    <xsd:import namespace="14d22854-e306-478f-bdc8-d341a49ba7c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df7c76c-27fb-4e64-a31b-b327cd9dae2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c97e1a9-fa82-4965-b735-0e061acf926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4d22854-e306-478f-bdc8-d341a49ba7cf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3fea1e68-4573-45f1-999c-2bd3829cc08b}" ma:internalName="TaxCatchAll" ma:showField="CatchAllData" ma:web="14d22854-e306-478f-bdc8-d341a49ba7c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D4D4774-CB51-419C-92F6-71187B614882}">
  <ds:schemaRefs>
    <ds:schemaRef ds:uri="http://purl.org/dc/elements/1.1/"/>
    <ds:schemaRef ds:uri="http://schemas.microsoft.com/office/2006/documentManagement/types"/>
    <ds:schemaRef ds:uri="http://purl.org/dc/terms/"/>
    <ds:schemaRef ds:uri="http://www.w3.org/XML/1998/namespace"/>
    <ds:schemaRef ds:uri="http://schemas.microsoft.com/office/2006/metadata/properties"/>
    <ds:schemaRef ds:uri="a63a8fc3-5317-4590-81fe-e8f47d064825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e0cd0512-3177-44a2-b64a-14df5803efa2"/>
    <ds:schemaRef ds:uri="672b6fd4-c477-40da-9c56-25982de8c86a"/>
    <ds:schemaRef ds:uri="0270289f-cb13-4049-b586-944b0c558636"/>
    <ds:schemaRef ds:uri="14d22854-e306-478f-bdc8-d341a49ba7cf"/>
    <ds:schemaRef ds:uri="fdf7c76c-27fb-4e64-a31b-b327cd9dae2a"/>
  </ds:schemaRefs>
</ds:datastoreItem>
</file>

<file path=customXml/itemProps2.xml><?xml version="1.0" encoding="utf-8"?>
<ds:datastoreItem xmlns:ds="http://schemas.openxmlformats.org/officeDocument/2006/customXml" ds:itemID="{398A7994-DE64-41C8-9C5B-1870BC54E25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df7c76c-27fb-4e64-a31b-b327cd9dae2a"/>
    <ds:schemaRef ds:uri="14d22854-e306-478f-bdc8-d341a49ba7c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3CACC64-8AC0-4E07-B24D-F72EA57ACE39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4b512a4e-bb54-4328-ad34-d43205aaa1ec}" enabled="1" method="Standard" siteId="{f01e930a-b52e-42b1-b70f-a8882b5d043b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9Slide.vn</Template>
  <TotalTime>3542</TotalTime>
  <Words>1685</Words>
  <Application>Microsoft Office PowerPoint</Application>
  <PresentationFormat>Widescreen</PresentationFormat>
  <Paragraphs>209</Paragraphs>
  <Slides>34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5" baseType="lpstr">
      <vt:lpstr>Office Theme</vt:lpstr>
      <vt:lpstr>Microcontroller Unit</vt:lpstr>
      <vt:lpstr>Agenda</vt:lpstr>
      <vt:lpstr>Lesson Objectives</vt:lpstr>
      <vt:lpstr>GPIO OVERVIEW</vt:lpstr>
      <vt:lpstr>GPIO Overview - Agenda</vt:lpstr>
      <vt:lpstr>GPIO Overview</vt:lpstr>
      <vt:lpstr>Introduction GPIO module </vt:lpstr>
      <vt:lpstr>Knowledge of C required to use GPIO </vt:lpstr>
      <vt:lpstr>Role of clock with GPIO </vt:lpstr>
      <vt:lpstr>Role of clock with GPIO </vt:lpstr>
      <vt:lpstr>Example Demo</vt:lpstr>
      <vt:lpstr>Assignment</vt:lpstr>
      <vt:lpstr>Homework</vt:lpstr>
      <vt:lpstr>Types of GPIO</vt:lpstr>
      <vt:lpstr>GPIO output push-pull</vt:lpstr>
      <vt:lpstr>GPIO output open-drain</vt:lpstr>
      <vt:lpstr>Shift operator</vt:lpstr>
      <vt:lpstr>Bitwise operator</vt:lpstr>
      <vt:lpstr>Port Control Register</vt:lpstr>
      <vt:lpstr>Port Data Direction Register</vt:lpstr>
      <vt:lpstr>Port Data Output Register</vt:lpstr>
      <vt:lpstr>Port Set Output Register</vt:lpstr>
      <vt:lpstr>Port Clear Output Register</vt:lpstr>
      <vt:lpstr>Input floating</vt:lpstr>
      <vt:lpstr>Input pull up</vt:lpstr>
      <vt:lpstr>Input pull down</vt:lpstr>
      <vt:lpstr>Configure GPIO pin to input floating</vt:lpstr>
      <vt:lpstr>Configure GPIO pin to input floating</vt:lpstr>
      <vt:lpstr>Configure GPIO pin to input pull-up</vt:lpstr>
      <vt:lpstr>Configure GPIO pin to input pull-up</vt:lpstr>
      <vt:lpstr>Configure GPIO pin to input pull-down</vt:lpstr>
      <vt:lpstr>Configure GPIO pin to input pull-down</vt:lpstr>
      <vt:lpstr>Lesson Summary</vt:lpstr>
      <vt:lpstr>THANK YOU!</vt:lpstr>
    </vt:vector>
  </TitlesOfParts>
  <Manager>9Slide.vn</Manager>
  <Company>9Slide.vn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9Slide.vn</dc:subject>
  <dc:creator>HP</dc:creator>
  <dc:description>9Slide.vn</dc:description>
  <cp:lastModifiedBy>Trang Le Thu</cp:lastModifiedBy>
  <cp:revision>537</cp:revision>
  <dcterms:created xsi:type="dcterms:W3CDTF">2019-08-06T02:53:49Z</dcterms:created>
  <dcterms:modified xsi:type="dcterms:W3CDTF">2026-09-08T04:21:49Z</dcterms:modified>
  <cp:category>9Slide.vn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0x0101004528CF09F394974384566E65EE47413A</vt:lpwstr>
  </property>
  <property fmtid="{D5CDD505-2E9C-101B-9397-08002B2CF9AE}" pid="3" name="Order">
    <vt:r8>223687400</vt:r8>
  </property>
  <property fmtid="{D5CDD505-2E9C-101B-9397-08002B2CF9AE}" pid="4" name="TriggerFlowInfo">
    <vt:lpwstr/>
  </property>
  <property fmtid="{D5CDD505-2E9C-101B-9397-08002B2CF9AE}" pid="5" name="_SourceUrl">
    <vt:lpwstr/>
  </property>
  <property fmtid="{D5CDD505-2E9C-101B-9397-08002B2CF9AE}" pid="6" name="_SharedFileIndex">
    <vt:lpwstr/>
  </property>
  <property fmtid="{D5CDD505-2E9C-101B-9397-08002B2CF9AE}" pid="7" name="ComplianceAssetId">
    <vt:lpwstr/>
  </property>
  <property fmtid="{D5CDD505-2E9C-101B-9397-08002B2CF9AE}" pid="8" name="_ExtendedDescription">
    <vt:lpwstr/>
  </property>
  <property fmtid="{D5CDD505-2E9C-101B-9397-08002B2CF9AE}" pid="9" name="MediaServiceImageTags">
    <vt:lpwstr/>
  </property>
</Properties>
</file>